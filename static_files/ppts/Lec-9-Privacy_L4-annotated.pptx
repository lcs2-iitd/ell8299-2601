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6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notesSlides/notesSlide7.xml" ContentType="application/vnd.openxmlformats-officedocument.presentationml.notesSlide+xml"/>
  <Override PartName="/ppt/ink/ink8.xml" ContentType="application/inkml+xml"/>
  <Override PartName="/ppt/notesSlides/notesSlide8.xml" ContentType="application/vnd.openxmlformats-officedocument.presentationml.notesSlide+xml"/>
  <Override PartName="/ppt/ink/ink9.xml" ContentType="application/inkml+xml"/>
  <Override PartName="/ppt/notesSlides/notesSlide9.xml" ContentType="application/vnd.openxmlformats-officedocument.presentationml.notesSlide+xml"/>
  <Override PartName="/ppt/ink/ink10.xml" ContentType="application/inkml+xml"/>
  <Override PartName="/ppt/notesSlides/notesSlide10.xml" ContentType="application/vnd.openxmlformats-officedocument.presentationml.notesSlide+xml"/>
  <Override PartName="/ppt/ink/ink11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ink/ink12.xml" ContentType="application/inkml+xml"/>
  <Override PartName="/ppt/notesSlides/notesSlide16.xml" ContentType="application/vnd.openxmlformats-officedocument.presentationml.notesSlide+xml"/>
  <Override PartName="/ppt/ink/ink13.xml" ContentType="application/inkml+xml"/>
  <Override PartName="/ppt/notesSlides/notesSlide17.xml" ContentType="application/vnd.openxmlformats-officedocument.presentationml.notesSlide+xml"/>
  <Override PartName="/ppt/ink/ink14.xml" ContentType="application/inkml+xml"/>
  <Override PartName="/ppt/notesSlides/notesSlide18.xml" ContentType="application/vnd.openxmlformats-officedocument.presentationml.notesSlide+xml"/>
  <Override PartName="/ppt/ink/ink15.xml" ContentType="application/inkml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ink/ink16.xml" ContentType="application/inkml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ink/ink17.xml" ContentType="application/inkml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ink/ink18.xml" ContentType="application/inkml+xml"/>
  <Override PartName="/ppt/notesSlides/notesSlide26.xml" ContentType="application/vnd.openxmlformats-officedocument.presentationml.notesSlide+xml"/>
  <Override PartName="/ppt/ink/ink19.xml" ContentType="application/inkml+xml"/>
  <Override PartName="/ppt/ink/ink20.xml" ContentType="application/inkml+xml"/>
  <Override PartName="/ppt/notesSlides/notesSlide27.xml" ContentType="application/vnd.openxmlformats-officedocument.presentationml.notesSlide+xml"/>
  <Override PartName="/ppt/ink/ink21.xml" ContentType="application/inkml+xml"/>
  <Override PartName="/ppt/notesSlides/notesSlide28.xml" ContentType="application/vnd.openxmlformats-officedocument.presentationml.notesSlide+xml"/>
  <Override PartName="/ppt/ink/ink22.xml" ContentType="application/inkml+xml"/>
  <Override PartName="/ppt/notesSlides/notesSlide29.xml" ContentType="application/vnd.openxmlformats-officedocument.presentationml.notesSlide+xml"/>
  <Override PartName="/ppt/ink/ink23.xml" ContentType="application/inkml+xml"/>
  <Override PartName="/ppt/notesSlides/notesSlide30.xml" ContentType="application/vnd.openxmlformats-officedocument.presentationml.notesSlide+xml"/>
  <Override PartName="/ppt/ink/ink24.xml" ContentType="application/inkml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53"/>
  </p:notesMasterIdLst>
  <p:sldIdLst>
    <p:sldId id="386" r:id="rId3"/>
    <p:sldId id="260" r:id="rId4"/>
    <p:sldId id="765" r:id="rId5"/>
    <p:sldId id="833" r:id="rId6"/>
    <p:sldId id="719" r:id="rId7"/>
    <p:sldId id="834" r:id="rId8"/>
    <p:sldId id="880" r:id="rId9"/>
    <p:sldId id="835" r:id="rId10"/>
    <p:sldId id="836" r:id="rId11"/>
    <p:sldId id="837" r:id="rId12"/>
    <p:sldId id="838" r:id="rId13"/>
    <p:sldId id="842" r:id="rId14"/>
    <p:sldId id="839" r:id="rId15"/>
    <p:sldId id="875" r:id="rId16"/>
    <p:sldId id="881" r:id="rId17"/>
    <p:sldId id="882" r:id="rId18"/>
    <p:sldId id="840" r:id="rId19"/>
    <p:sldId id="841" r:id="rId20"/>
    <p:sldId id="843" r:id="rId21"/>
    <p:sldId id="873" r:id="rId22"/>
    <p:sldId id="886" r:id="rId23"/>
    <p:sldId id="885" r:id="rId24"/>
    <p:sldId id="884" r:id="rId25"/>
    <p:sldId id="887" r:id="rId26"/>
    <p:sldId id="844" r:id="rId27"/>
    <p:sldId id="845" r:id="rId28"/>
    <p:sldId id="846" r:id="rId29"/>
    <p:sldId id="847" r:id="rId30"/>
    <p:sldId id="849" r:id="rId31"/>
    <p:sldId id="851" r:id="rId32"/>
    <p:sldId id="852" r:id="rId33"/>
    <p:sldId id="853" r:id="rId34"/>
    <p:sldId id="848" r:id="rId35"/>
    <p:sldId id="854" r:id="rId36"/>
    <p:sldId id="856" r:id="rId37"/>
    <p:sldId id="857" r:id="rId38"/>
    <p:sldId id="858" r:id="rId39"/>
    <p:sldId id="859" r:id="rId40"/>
    <p:sldId id="861" r:id="rId41"/>
    <p:sldId id="862" r:id="rId42"/>
    <p:sldId id="863" r:id="rId43"/>
    <p:sldId id="865" r:id="rId44"/>
    <p:sldId id="866" r:id="rId45"/>
    <p:sldId id="871" r:id="rId46"/>
    <p:sldId id="874" r:id="rId47"/>
    <p:sldId id="867" r:id="rId48"/>
    <p:sldId id="868" r:id="rId49"/>
    <p:sldId id="869" r:id="rId50"/>
    <p:sldId id="870" r:id="rId51"/>
    <p:sldId id="883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063CAA5-CFC1-4896-9A38-25641500CDCF}">
          <p14:sldIdLst>
            <p14:sldId id="386"/>
            <p14:sldId id="260"/>
            <p14:sldId id="765"/>
            <p14:sldId id="833"/>
            <p14:sldId id="719"/>
            <p14:sldId id="834"/>
            <p14:sldId id="880"/>
            <p14:sldId id="835"/>
            <p14:sldId id="836"/>
            <p14:sldId id="837"/>
            <p14:sldId id="838"/>
            <p14:sldId id="842"/>
            <p14:sldId id="839"/>
            <p14:sldId id="875"/>
            <p14:sldId id="881"/>
            <p14:sldId id="882"/>
            <p14:sldId id="840"/>
            <p14:sldId id="841"/>
            <p14:sldId id="843"/>
            <p14:sldId id="873"/>
            <p14:sldId id="886"/>
            <p14:sldId id="885"/>
            <p14:sldId id="884"/>
            <p14:sldId id="887"/>
            <p14:sldId id="844"/>
            <p14:sldId id="845"/>
            <p14:sldId id="846"/>
            <p14:sldId id="847"/>
            <p14:sldId id="849"/>
            <p14:sldId id="851"/>
            <p14:sldId id="852"/>
            <p14:sldId id="853"/>
            <p14:sldId id="848"/>
            <p14:sldId id="854"/>
            <p14:sldId id="856"/>
            <p14:sldId id="857"/>
            <p14:sldId id="858"/>
            <p14:sldId id="859"/>
            <p14:sldId id="861"/>
            <p14:sldId id="862"/>
            <p14:sldId id="863"/>
            <p14:sldId id="865"/>
            <p14:sldId id="866"/>
            <p14:sldId id="871"/>
            <p14:sldId id="874"/>
            <p14:sldId id="867"/>
            <p14:sldId id="868"/>
            <p14:sldId id="869"/>
            <p14:sldId id="870"/>
            <p14:sldId id="88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500" userDrawn="1">
          <p15:clr>
            <a:srgbClr val="A4A3A4"/>
          </p15:clr>
        </p15:guide>
        <p15:guide id="2" pos="597" userDrawn="1">
          <p15:clr>
            <a:srgbClr val="A4A3A4"/>
          </p15:clr>
        </p15:guide>
        <p15:guide id="3" pos="6766" userDrawn="1">
          <p15:clr>
            <a:srgbClr val="A4A3A4"/>
          </p15:clr>
        </p15:guide>
        <p15:guide id="4" orient="horz" pos="3385" userDrawn="1">
          <p15:clr>
            <a:srgbClr val="A4A3A4"/>
          </p15:clr>
        </p15:guide>
        <p15:guide id="5" pos="114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F102B1-FB66-2647-883D-D01FEDF25CFB}" v="454" dt="2026-08-16T14:36:52.7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99"/>
    <p:restoredTop sz="82993"/>
  </p:normalViewPr>
  <p:slideViewPr>
    <p:cSldViewPr snapToGrid="0">
      <p:cViewPr varScale="1">
        <p:scale>
          <a:sx n="54" d="100"/>
          <a:sy n="54" d="100"/>
        </p:scale>
        <p:origin x="1384" y="60"/>
      </p:cViewPr>
      <p:guideLst>
        <p:guide orient="horz" pos="2500"/>
        <p:guide pos="597"/>
        <p:guide pos="6766"/>
        <p:guide orient="horz" pos="3385"/>
        <p:guide pos="114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notesMaster" Target="notesMasters/notesMaster1.xml"/><Relationship Id="rId58" Type="http://schemas.microsoft.com/office/2015/10/relationships/revisionInfo" Target="revisionInfo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tableStyles" Target="tableStyle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617.08099" units="1/cm"/>
          <inkml:channelProperty channel="Y" name="resolution" value="1090.7789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8-20T08:33:15.7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15545 10736 1824 0,'0'0'4'15,"0"0"-2"-15,0 0-2 0,0 0 2 16,0 0 0-16,0 0-1 0,0 0 1 15,-32-4 0-15,29 4-1 16,3-1 1-16,-3-1 2 0,3 1-1 16,0 1 0-16,0-2-2 0,0 2-1 0,3 0 0 15,2 0 1-15,3-1-1 0,3 1 0 16,3 0 0-16,4-1 0 0,4-1 0 16,11-1 1-16,9-1-1 0,14-1 0 15,6-4 0-15,5 0 0 0,0 0 0 16,-4-2 0-16,5 0 0 0,5 1 0 15,4-2 0-15,5-1 0 0,-1 1 1 16,4 1-1-16,-1 0 0 0,-2 0 0 16,3 1 0-16,2 2 3 0,-2-1 3 15,-4 1 1-15,-2 2 3 0,-4-1 0 16,-5 2 2-16,-10-1 0 0,-1 2-4 16,-7 1 0-16,-3-1-2 0,-6 1 0 15,-12 2-2-15,-5-1-3 0,-8 1 1 16,-5 1-1-16,4 0 0 0,-4 0-1 15,3 0 0-15,-3 0 1 0,-4 0-1 16,2 3-1-16,-3-2 1 0,0 1-8 16,0 0-15-1,6-2-25-15,-3 0-57 0</inkml:trace>
  <inkml:trace contextRef="#ctx0" brushRef="#br0" timeOffset="6087.43">15654 16425 1761 0,'0'0'80'16,"0"0"-76"-16,0 0-4 0,0 0-1 16,0 0 0-16,0 0 1 0,0 0 0 15,27 0 1-15,-15 1-1 0,3 0-1 16,3 1 0-16,5-1 1 0,1 0 0 16,9 0-1-16,9 0 1 0,9 1 0 15,4-1-1-15,4-1 1 0,-1 2 0 16,-1-1 0-16,6 1 0 0,2 2 0 15,3-2 0-15,2 3 0 0,0-1 0 16,2 0 0-16,-1 1 0 0,1-1 0 16,-2 1 0-16,1 0 4 0,-4 3 1 15,-1-3 2-15,-6 2 6 16,-5-1 3-16,-3-2 0 0,-6-1-2 0,-3 1-7 16,-5-2-1-16,-10 2-2 0,-4-2-3 15,-10 0 0-15,0-1 0 0,-1 2-1 16,-2-2 0-16,0 2 0 0,-3 0 0 15,-5-3-1-15,0 1-6 0,-1-1-6 16,-2 2-9-16,0 1-15 0,2-2-28 16,-2 0-269-16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617.08099" units="1/cm"/>
          <inkml:channelProperty channel="Y" name="resolution" value="1090.7789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8-20T08:33:43.1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4875 9716 1757 0,'0'0'13'0,"0"0"-8"16,0 0 0-16,-39-22 8 0,32 16 7 16,2 3-3-16,0-1-7 0,2 1-3 15,0 0-1-15,2 2-1 0,0 1-4 16,0-1 1-16,1 1-2 0,0 0-1 16,3 0 0-16,3-1-6 0,4 1 2 15,4 0 0-15,4-1-2 0,1-1 0 16,3 1 0-16,4 0 3 0,3-1 0 15,9 2 2 1,9-1 1-16,11 2 0 0,3-1 1 0,0 0 0 0,-2 0 0 16,-2 0 0-1,5 2 0-15,3-1 0 0,8 2 0 16,4-3 0-16,4 0 0 0,6 0 0 16,0-2 0-16,3 1 0 0,5 0 0 15,4 0 1-15,8 0-1 0,5-2 1 0,0 1-1 0,5 0 2 16,6-1-2-16,3-1 0 0,6 0 1 15,2 1-1-15,4-2 0 0,5 2 0 16,5-1 1 0,4 3-1-16,5-3 1 0,3 1 0 15,6-3-1-15,4 2 0 0,4-3 0 0,3 1 0 16,2-1 0 0,4 0 0-16,0 0 0 0,1 1 0 15,0-1 0-15,1 1 0 0,-1 2 1 16,4 1 5-16,-1-1 2 0,4 0-1 15,5-1-1-15,0 2-1 0,4-3-1 16,4-1 2-16,3 0-4 16,0 2-2-16,6-2 1 0,-1 0-1 0,2 0 0 15,2 0 2-15,-2 0-2 0,4 0 0 16,2-1-1-16,-3 0 2 0,5 1 0 16,-2-1-1-16,1 2 0 0,6 1 0 15,-7 1 0-15,4 1 1 0,-1-1 2 16,1 1-1-16,2 0-1 0,-1-1 1 15,2 4-1-15,-1-1 1 0,-3 0-1 16,4 0-1-16,-1-2 0 0,1 2 1 16,1 0 0-16,-2 1-1 0,-3 1 0 15,6-1 0-15,-6 0 0 0,0 3 0 16,0 0 1-16,-5 1-1 0,1 0 0 16,-2 2 0-16,-1-2 1 0,1-1 2 15,-1-2 1-15,0-1 2 0,0 2-1 16,-3 0 0-1,2-2 0-15,-4 0 0 0,-1 1-1 0,0-1 1 0,-3-1-2 16,-1 1-1-16,-1-3 3 0,-3 0-1 16,-4-1-4-1,0-2 2-15,-4 1-2 0,-4-1 1 16,3-1 1-16,-4-3-2 0,-3 2 2 0,0-1-2 16,-3 1 0-16,-4 0 0 0,2-1 1 15,-3 0-1-15,-4 0 0 0,-3 2 0 16,-2-1 0-16,-5 1 1 0,-1-1-1 15,-2-1 0-15,-5 1 0 0,-4 1 0 16,-6 0 0-16,-5-1 0 0,-4-1 0 16,-5-2 0-16,-6 3 0 0,-7-1 0 15,-6 0 0-15,-3 0 0 0,-7 1 0 16,-4-5 0-16,-7 4 1 0,-6-1-1 16,-6 1 0-16,-6 1 0 0,-4-1 0 15,-5-1 2-15,-7 2 1 0,-4-1 3 16,-6 1 1-16,-8 1-2 0,-8 1 0 15,-9 1-2-15,-7 2 1 0,-2-1-1 16,2 0-1-16,1 0 0 0,-2-1-2 16,0 2 1-1,-5-1 0-15,-4 3-1 0,1-1-1 16,-2 2-2-16,-3 0-14 0,0 0-16 0,-2 0-49 0,0 0-430 16</inkml:trace>
  <inkml:trace contextRef="#ctx0" brushRef="#br0" timeOffset="4704.95">8407 7560 1673 0,'0'0'151'0,"0"0"-147"15,0 0 6-15,0 0 0 0,0 0-6 16,-14-7-1-16,11 7-2 0,3 0 1 15,-1 0-2-15,1 0 1 0,0 0-1 16,0 0 1-16,0 0-1 0,0 0 0 16,0 0 0-16,0 0 0 0,0 0 1 15,0 0-1-15,0 0 0 16,0 0 0-16,0 0 0 0,0 0 0 0,0 0-1 16,0 1 1-16,2 3 0 0,2 1 0 15,0 2 0-15,1 1 0 0,0 2 0 16,0-2-1-16,0 2 2 0,2-1-1 15,-1-2 0-15,0 0 0 0,1-5-1 16,-1 0 1-16,2-2 0 16,0-2 1-16,1-4 5 0,2-4 5 0,2-3-7 15,1-4 0-15,4-4-1 0,1-5-1 16,2-8-1-16,4-6 0 0,0-4 1 16,-2 3-1-16,-8 11-1 0,-4 10 2 15,-4 7 3-15,1 0 0 0,0-1-1 16,1 0 0-16,-1 2-2 0,-2 2 0 31,1 3-1-31,-3 1-1 0,1 2 0 0,-2 3 0 0,0 0-1 16,0 1-8-16,1 1-11 0,0 3-3 0,2 4-10 15,2 3-18-15,0 16-4 0,-1-2-88 16,-3 0-507-16</inkml:trace>
  <inkml:trace contextRef="#ctx0" brushRef="#br0" timeOffset="6422.01">22859 7368 1886 0,'0'0'2'0,"0"0"-2"0,0 0 2 0,0 0 0 0,-9-35 0 0,9 29-2 0,1-2 2 0,3 2 0 16,-1-1-1-16,0 1-1 0,-1 2 1 15,1 0-1 1,1 2 0-16,0 0 0 0,1 0-1 0,-1 2 1 0,2 0-1 31,-1 2 0-31,1 2 1 0,-1 0 0 16,1 3 0-16,-1 1 0 0,2 1 0 16,1 1 0-16,0 0 0 0,0-1 0 15,-1-1 0-15,3-1 1 0,-1-1-1 16,2-2 2-16,2-1 1 0,-1-2 2 15,4-1 1-15,1-1 1 0,3-5 1 16,5-1-3-16,8-6-2 0,10-6-1 16,13-9-1-16,8-4 0 0,1-1 0 15,-2 2-1-15,-7 2 0 0,-2 2-2 16,-3 3 0-16,-4 4 0 0,-6 3 1 16,-6 4 1-16,-7 3 0 0,-6 3 0 15,-8 5 0-15,-2 0 0 0,-1 2 1 16,1 0-1-16,-2 0 0 0,-3 6 0 15,-3 2 0-15,0 2-4 0,-3 5-6 16,0 2-10-16,-1 10-18 0,0-2-24 16,0-3-116-16</inkml:trace>
  <inkml:trace contextRef="#ctx0" brushRef="#br0" timeOffset="11890.2">6517 9044 1638 0,'0'0'168'0,"0"0"-157"0,0 0-9 16,0 0 2-16,0 0-2 0,0 0-1 15,0 0 0-15,0-15 1 0,0 11-1 16,0 1 0-16,0-1-1 16,0 1 0-16,1 2 0 0,-1 1 0 0,1-1-1 15,1 1-5-15,1 0-1 0,2 2 0 16,0 5 4-16,1 1-1 0,3 5 2 16,-1 4 0-16,1 6 0 0,3 2 2 15,1 13-1 1,5 12 1-16,3 14 1 0,3 7 1 15,-1 0 0-15,-1-4 2 0,-2-7 1 16,3-1-2-16,0-1 0 0,0 2 2 16,1-3-1-16,-1 1 0 0,1 0 2 0,-3-2 4 0,-1-2-1 15,-3-4 5-15,1-4-3 16,-2-5 0-16,0-1 3 0,-1-5-6 0,-3 0-2 16,-3-7 1-16,-1-7-2 15,-2-4-2-15,-1-3-1 16,0 2 0-16,1 2-2 0,1 0 0 0,-2 0 1 15,0-4-1-15,-1-3-9 0,-1 1-16 16,-1-5-24-16,-2-5-65 0</inkml:trace>
  <inkml:trace contextRef="#ctx0" brushRef="#br0" timeOffset="19086.07">11139 7521 1849 0,'0'0'13'0,"0"0"-8"16,0 0-3-16,0 0 0 0,0 0-2 16,-14-18 0-16,14 15 0 0,0 2 0 15,0-1-2-15,0 2 2 0,0 0-3 16,0 0-5-16,0 0-2 0,2 3 2 15,1 1 2-15,2 2 3 0,0 1-1 16,0 0 2-16,2 2 0 0,-1 2 2 16,3-2 0-16,0 1 0 0,1-5 0 15,1 1 0-15,-1-3 0 0,1-3 0 16,1 0 1-16,3-6 2 0,0-4 3 16,2-4 3-16,4-2-1 0,2-7-3 15,2-3-3-15,10-11 1 0,6-10-1 16,6-8-2-16,4-2 2 15,-6 3-2-15,-4 10 0 0,-10 6 1 16,-3 5-1-16,-5 6 0 0,-9 9 0 0,-3 6 1 16,-3 2-1-16,-1 0 1 0,0 2 5 15,0 0 0-15,-2 4-2 16,-4 1-2-16,-1 3-2 0,2 0-2 16,-1 2-18-16,4 8-9 0,0 0-27 0,0 1-101 15</inkml:trace>
  <inkml:trace contextRef="#ctx0" brushRef="#br0" timeOffset="21020.81">7974 9182 1840 0,'0'0'0'0,"0"0"-8"0,0 0 6 0,0 0 0 0,38-7 2 0,-17 7-1 0,4-1 0 16,8 1 1-16,10 0 0 0,11 2 0 16,6 4 0-16,0 0 0 0,0-2 0 15,-2 1-2-15,4-1-2 16,3-1-5-16,3 2 2 0,4-1-1 15,3 2-2-15,1 0-2 0,3 0 5 16,1-3 1-16,4 1 0 0,3-2 6 16,2 0-3-16,0-1 2 0,-1 0 1 15,-1 2 1-15,-2 0-1 0,0-1 4 16,-2-1 5-16,-6 0 3 0,-3-1 0 16,-5 1-1-16,-7 2-1 0,-8-1 4 15,-3-1-3-15,-6 3-3 16,-6-2 0-16,-2 0-5 0,-10 1 4 15,-4-1-3-15,-9 1-2 0,-1-1-1 16,0 1 1-16,0 1-2 0,1 1-2 16,-7 2-29-16,-2-2-58 0</inkml:trace>
  <inkml:trace contextRef="#ctx0" brushRef="#br0" timeOffset="24177.4">19705 9050 1795 0,'0'0'30'0,"0"0"-20"16,0 0-5-16,0 0 10 0,30-36-10 15,-14 26 1-15,2 0-2 0,6 2-3 16,-1-3-1-16,6 1 1 0,1 0-1 16,9 1 0-16,7-2-3 0,10 1 0 15,3 0-1-15,-1 3-1 0,0 2 2 16,-2 1-1-16,5 2 3 0,7 1-3 15,2 1 3-15,9 0 0 16,4 0 0-16,4 0-1 0,6-1-3 0,7 1 2 16,5 0-4-16,6 0 5 0,4-2-1 15,6-1 3-15,6 1 0 0,8-2 0 16,7 2 6-16,5 2-1 0,6 0 1 16,3 0-3-16,2 1-3 0,6 2 3 15,2 1-2-15,-1 2-1 16,4 2 1-16,-2-1-1 0,0 0 2 0,1 4-1 15,-1-3 4-15,2-1-2 0,-1 2 1 16,0-4 1 0,-1 3 0-16,-4-2-1 0,-2 0-2 15,-7-3 2-15,-6 1 1 0,-4-1 0 0,-6-2 0 0,-9 0 1 16,-9 1-1-16,-9-2 0 0,-8 0-1 16,-8-4 4-16,-11 1-1 0,-9-2 0 15,-9-1-1-15,-8 0-1 0,-6 2 0 16,-8-2 2-16,-7 0-4 0,-9 1-3 15,-7 2 1-15,-7 1-1 16,-3-1 1 0,-1 3-1-16,-2-1-6 0,-1 0-7 15,-7 2-16-15,-5 1-27 0,-4 2-36 16</inkml:trace>
  <inkml:trace contextRef="#ctx0" brushRef="#br0" timeOffset="28879.82">15258 7125 1738 0,'0'0'4'16,"0"0"-2"-16,0 0 0 0,0 0 0 16,-2 0 14-16,4-1 12 0,2-3 0 15,1-1-18-15,1-2-7 0,1-1 3 16,1-2-1-16,1 0-2 0,2-3 2 16,2-1-2-1,-1-4 2-15,1-2-1 0,4-2-2 0,-2-3 2 0,3-2-1 16,-2 0-2-16,0-2 0 0,-3 0 0 15,-2-1-1-15,-5 1 2 0,-1 2-1 16,-5 2 1-16,0 0 2 0,-5 2-2 16,-1 2 0-16,-5 2 0 0,0 4 0 15,-2 3 0-15,-1 3-1 16,-1 3-1-16,0 4 0 0,0 2-1 16,-2 2-1-16,3 6 1 0,-3 4-1 0,2 6 1 15,-2 3 0-15,4 5 1 0,-2 5-2 16,5 3 2-16,2 8-1 0,2 7 1 31,6 6 0-31,0 1-1 0,9-6 1 16,-2-13 0-16,-1-13 0 0,2-6 0 15,1-2 0-15,4 1 0 0,4 1 0 16,1-1 0-16,5-4 0 0,1-5 0 16,3-4 2-16,1-4 2 0,-1-1 0 15,5-6-2-15,-2-3-1 0,0-4 1 16,2-3-2-16,7-10-5 0,-6 2-46 15,-9 1-184-15</inkml:trace>
  <inkml:trace contextRef="#ctx0" brushRef="#br0" timeOffset="29630.05">15818 5961 1622 0,'-6'-4'18'0,"3"2"-4"0,-2-1 9 15,-1 0 2-15,1 1-1 0,0 1-11 32,-2 1-6-32,2 0-4 0,0 1-2 15,-3 4 0-15,1 0 0 0,0 5 0 16,-1 0 1-16,0 3 1 0,0 1-1 15,2 3 1-15,1 3-1 0,-1 1 2 16,1 3-1-16,3 0-1 0,2 1 0 16,0-1 1-16,4-3 1 0,2-1-4 15,2 0 2-15,1-6 0 0,1 0-1 16,3-5 1-16,2 0 1 16,4-4 0-16,-3-4 0 0,3-1 0 15,0 0 1-15,-2-4-1 0,-1-1-3 0,6-8-15 16,-8 5-38-16,-1-3-149 0</inkml:trace>
  <inkml:trace contextRef="#ctx0" brushRef="#br0" timeOffset="29966.61">15676 6168 1721 0,'0'0'15'0,"0"0"-10"0,0 0 17 0,0 0 0 15,0 0-3-15,-6 0-2 0,9 0-9 16,5-2-4-16,0-3-3 0,8 0 0 15,0-6-1-15,4 3 1 0,2-1 1 16,1-2-2-16,-2 2 1 16,1-2 0-16,-3 3-1 0,-6 2 0 0,-3 2 0 15,-3 1-1-15,-5 2-5 16,-2 1-9-16,-2 0 4 0,-4 3 11 16,-2 1-6-16,-6 3-13 0,3-1-32 15,-2-1-240-15</inkml:trace>
  <inkml:trace contextRef="#ctx0" brushRef="#br0" timeOffset="37294.79">16104 6012 1651 0,'0'0'21'0,"0"0"-5"16,0 0-12-16,0 0 3 0,-11-1 15 16,7 1 3-16,2 0-4 0,2-1-6 15,-1 1-4-15,-1 0-2 16,2 0-2-16,0 0-1 0,0 0-3 0,0 0-2 15,5 0 0-15,2-1 1 0,3-2-1 16,3 1-1-16,6-2 3 0,2 0-2 16,6-2-1-16,-1 0 1 0,4-1-1 15,0-1 0-15,3 0 1 0,-1 1-1 16,4-1 1-16,-3 0-1 0,0-1 0 16,-1 1 0-16,-2 1 0 0,-5 0 0 15,-2 2 1-15,-5 1-1 0,-5 0 0 16,-2 2 1-16,-5 1-1 0,-4 0 0 15,-2 0 1-15,0 1 1 0,0 0 3 16,-2-1-2-16,-1-1-1 0,-5 1-2 16,2-1 0-16,-2-2 1 0,0 1-1 15,0-2 0-15,1 0 0 0,0 2 1 16,1-3-1 0,-1-1 1-16,0 0-1 0,0-1 1 15,1 1-1-15,1 0 1 0,0 2-1 16,-1 0 0-16,0 3 0 0,4-1 0 15,-1 0 1-15,3 2-1 0,0-1 1 16,0 2-1-16,0 0 0 0,0 0 0 16,0 0-1-16,3 3 1 0,2 1 0 0,4 0-1 15,-1 2 1-15,2 4 0 0,2-1 0 16,-4 3 0-16,2-2 0 0,-1 3 0 16,-1-1 0-16,-3-1 1 0,-2 1-1 15,-1 0-1-15,-2-1 1 0,-2 2 0 16,-3-2 0-16,-1-1 1 0,-1-2-1 15,-2-1 0-15,3 0-1 0,1-3 1 16,5-4-12-16,0 0-38 16,0-1-128-16</inkml:trace>
  <inkml:trace contextRef="#ctx0" brushRef="#br0" timeOffset="37758.44">16850 5652 1709 0,'0'0'27'0,"0"0"-25"0,0 0-1 0,-3-14-1 0,1 12 0 0,-1 2 12 15,0 0-3-15,1 0-9 0,-1 5 2 16,-3 2-2-16,1 5 0 0,2 2-1 16,0 1 1-16,0 5 0 0,1-1 0 15,-1 0 1-15,3 1-1 16,0-1 0-16,0-1 1 0,0 0-1 16,3-4 0-16,2 0 1 0,1-5-1 15,4 1 2-15,-2-3 1 0,0-2 3 0,1-1 4 16,0-3-3-16,1-1-1 15,0 0 0-15,0-4 2 0,0-3-4 16,0-2 1-16,0 0-2 0,-2-2-2 16,0 0 1-16,-1-3-1 0,0 0 1 15,-5 0 0-15,1-2 0 0,-3-1 2 16,0 1 2-16,-5-1 1 0,-4 0 2 16,1 2-3-16,-3 1-2 15,0 0 0-15,-2 3-3 0,-2 3 0 0,2 2-1 0,-4 5-2 16,-1 1 2-16,-9 4-17 0,5 3-35 15,3 2-69-15</inkml:trace>
  <inkml:trace contextRef="#ctx0" brushRef="#br0" timeOffset="58403.91">29193 7736 1739 0,'0'0'51'0,"0"0"-49"16,0 0 0-16,-8-44-1 0,6 33-1 15,-2 1 4-15,1 0 0 0,-2 1-2 16,0 0 0-16,-1 2 2 0,1 0 2 16,0 1 0-16,-1 2 1 0,0 1 2 15,1 2-2-15,-3 1-3 0,-1 0 0 16,1 1-3-16,-2 5-1 0,-5 1 0 15,0 6 0-15,-5 3 0 16,0 3 0-16,-5 3 1 0,-2 4-1 0,-1 2 1 16,-2 2 1-16,-5 9-2 15,-6 7 2-15,-6 10-2 0,0 6 1 0,7-5-1 16,5-3 1-16,10-11-1 16,1-1 0-16,5 0-1 0,3-2-1 15,2 3 2-15,0-1 0 0,3 2-1 16,0 2 1-16,-2 1 0 0,4 3 0 15,-1 0 1-15,3-3-1 0,2 0 0 16,4-1 0-16,0-1 0 0,7-1-1 16,4 1 0-16,2-4 1 0,4-2-1 15,1 1-2-15,4-5-2 0,-3-5 1 16,-1-4-2-16,-3-7 2 0,2-1 1 16,3 3 1-16,3 1 2 0,5 2 0 15,1-6 0-15,0-1 0 0,1-8 0 16,1 0 0-16,0-5 0 0,0-3-3 15,1-1 3-15,0-1 0 0,-1-5 0 16,1-2 0-16,1-4 0 0,4-2 0 16,6-9 1-16,6-6-1 0,1-4 1 15,-6-3 0-15,-3 0-1 16,-7-2 1-16,-1 1-1 16,-2-5 0-16,-2-1 0 0,-1-1 1 0,-2-2-1 0,-2 2 0 15,0-2 0-15,-4 1 1 0,-2 1-1 16,-4-1 2-16,-3 2 0 0,0 0 2 15,-3 1 0-15,-1 1 3 16,-1 1-1-16,-2 2 0 0,-2-2 0 0,-1 1-3 16,1 0 1-16,-4-1-1 0,-2 4-1 15,-2 0 0-15,-2 1-1 0,-4 2 1 16,0 5-2-16,-2 5 0 16,2 4 0-16,-7 2 0 0,-2-3 1 0,-13-4 0 15,-11-6-1-15,-11 4 0 0,-6 3 0 16,1 6 0-16,0 6-3 0,2 7-18 15,16 2-37 1,5 2-216-16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617.08099" units="1/cm"/>
          <inkml:channelProperty channel="Y" name="resolution" value="1090.7789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8-20T08:35:55.1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30664 3756 1849 0,'0'0'1'0,"0"0"-2"16,0 0 1-16,0 0-2 16,0 0 1-16,0 0 2 0,11 22-1 15,-6-9 1-15,-2 2-1 0,0 6 0 16,1 2 0-16,0 11 0 0,-3 11 0 15,-1 9 0-15,0 8 1 0,0 0-1 16,-1-2-1-16,-1-3 0 0,-2 3 0 16,1 4-8-16,-2 3 2 0,0 3 4 0,2 1-1 15,-2 1 1-15,2 2 2 16,1-6 1 0,0-2 0-16,0 0-1 0,2-4 1 0,0-1 0 0,2-4 3 15,0 1-1 1,0-6 1-16,-1-2-1 0,1-3-1 0,-2-5 0 15,0-7 1-15,0-6-1 0,0-8 0 16,0-5-1-16,0-3 0 0,-2 1 1 16,1 1-1-16,-1-1 0 0,-2-2 0 15,2-5-10-15,0-3-13 0,-2-6-19 0,0-2-52 32,0-5-855-32</inkml:trace>
  <inkml:trace contextRef="#ctx0" brushRef="#br0" timeOffset="606.13">30863 3820 1710 0,'0'0'64'0,"0"0"-59"0,0 0-5 15,0-1-2-15,0 1 1 0,2 0-3 16,-2 2 4-16,0 3 0 0,0 2 1 16,1 3 0-16,-1 6 0 0,2 0 0 15,-2 7 2-15,1 4-1 0,-1 8-1 16,0 10 2-16,-1 10-2 16,-2 5 0-16,-4-3 0 0,1-2 0 0,-1-4-1 15,0 3 1-15,2 4-1 16,-1-1 1-16,2 1 0 0,1-1 2 15,1 0 1-15,1 0 1 0,1-3 0 0,0 2 1 16,3-4-3-16,-1 3 2 0,1-3-1 16,-3 1-1-16,0-3 0 0,0 0-2 15,-2-1 0-15,2-3 0 0,-3-2-1 16,-2-2 1-16,1-3-1 0,-1-5 1 16,2-5-1-16,0-7 0 0,0-7 2 15,1-2-2-15,0 2 3 0,1 0-2 16,-1 0 1-16,2-2-1 0,0-3-1 15,0-4 1-15,0-2-1 0,0-1 2 16,0-1-1 0,0-2-1-16,0 0-4 0,0-1-8 0,0-10-13 0,0 2-47 15,-2-4-1622-15</inkml:trace>
  <inkml:trace contextRef="#ctx0" brushRef="#br0" timeOffset="8791.28">31178 7206 1734 0,'0'0'42'0,"0"0"-39"0,0 0-3 15,0 0 2-15,0 0-1 0,0 0-1 16,12-32 3-16,-11 29 1 0,1 0 2 16,-2-1 3-16,0 2 4 0,0 0 4 15,0 1-5-15,0 1-3 0,2 0-5 16,-2 0-3-16,0 0-1 0,0 0 0 15,0 4-1-15,1 4 1 0,1 2 0 16,1 5 0-16,-1 4 0 0,1 5 0 16,-1 8 1-16,1 11-1 0,3 14 0 15,-3 6 1-15,2 1-1 0,-1 2 0 16,0-3 0-16,1 3 0 0,-2 4 0 16,1 3 0-16,1 5 0 0,0 4 0 15,-2 5 0-15,0 0-1 0,0 3 1 16,1-1 0-16,-1-2 0 0,-2 1 0 15,4-2 0-15,-2-2 0 0,0-1 0 16,0-4 0-16,2-4 1 0,-3-7 1 16,3-4 0-16,-4-6 1 0,2-3 1 15,-1-4 1-15,-2-5-2 0,0-6 3 16,0-9-1-16,-2-8-3 0,1-5-1 16,1-4 0-16,-2-1-1 0,1-1 0 15,-1-1-14-15,0-4-8 0,-1-9-23 16,0-3-35-16,0-5-522 0</inkml:trace>
  <inkml:trace contextRef="#ctx0" brushRef="#br0" timeOffset="9381.54">31293 7189 1847 0,'0'0'0'0,"0"0"-15"0,3-8 10 16,-1 8 1-16,-1 0 1 0,1 0 0 15,1 5 0-15,1 1 3 0,-1 1-1 16,1 4 0-16,-1 4 0 0,-2 5 1 15,1 5 2-15,-2 9 0 0,-3 12-1 16,-2 15 1-16,-4 7-2 0,1 2 1 16,0 0-1-16,-2-4 1 0,3 2 0 15,-1 1 0-15,1 4-1 0,1 0 1 16,-2 4-1-16,2 3 2 0,1 2 0 16,-1-1-1-16,-1 0 0 0,-2-1 3 15,3 1 3-15,-2-1-1 0,0 0 1 16,2-5-1-16,-1 0 0 0,4-7-1 15,-2-4 2-15,2-5 1 0,1-3 0 16,-1-1-1-16,2-5-1 0,-3-2-1 16,0-4-2-16,1-4 0 0,-2-1-2 15,-1-8 0-15,-1-3-1 0,2-7 1 16,-2-6-1-16,-4 3-13 0,-1-4-25 16,-2-3-44-16</inkml:trace>
  <inkml:trace contextRef="#ctx0" brushRef="#br0" timeOffset="86772.95">14191 13120 284 0,'0'0'331'0,"0"0"-193"0,0 0 108 15,0 0-16-15,0-9-61 0,0 5-69 16,0 1-20-16,-2-1-34 0,1 1-11 16,1-1-4-16,0 0-6 0,-1 0-4 15,0 1 1-15,1-1-4 0,-3 2-4 16,0 0-2-16,1-1-2 0,1 1 2 15,1 1-2-15,-3-1-5 0,3 1-2 16,0 1-3-16,0 0 0 16,0 0-3-16,0 0-5 0,3 4-2 0,0 2-5 15,0 1-7-15,0 2 8 16,-1 1 7-16,1 1 1 0,-2-1 6 16,1-1 1-16,3-1 1 0,-2-2-2 15,3-2 4-15,4-1 5 0,1-2 4 16,7-1-3-16,5-7 2 0,13-7-2 15,13-14-1-15,21-12-1 0,12-10-2 16,3-1-3-16,-4 3-2 0,-12 7-1 16,-4 5 1-16,-10 6-1 0,-7 5 0 15,-8 7-1-15,-11 7 1 0,-8 5 0 16,-8 4 0-16,-4 2-1 0,-3 2-3 16,-1 5-13-16,-11 16-26 0,-4-1-14 15,-4 1-280-15</inkml:trace>
  <inkml:trace contextRef="#ctx0" brushRef="#br0" timeOffset="87331.12">13603 14437 1818 0,'0'0'2'0,"0"0"-2"0,8-13 0 0,-3 8 0 0,-1 1 0 0,1 1 0 16,0 0 0-16,-1 3 0 0,0 0-1 15,-1 3-3 1,0 2 4-16,0 6 0 0,1 2 1 0,-1 2 0 0,3 2 0 15,-2 1 0-15,1-4 0 0,2-1-1 32,1-6 0-32,4-6 1 0,4-3 3 15,8-11 2-15,14-13-2 0,19-17 1 16,23-16-2-16,7-9-1 0,-2 1-2 16,-7 5 0-16,-14 9 0 0,-5 5 0 15,-5 5 0-15,-4 3 1 0,-4 10-1 16,-10 5 1-16,-7 9-1 0,-13 4 1 15,-4 7 2-15,-5 2 0 16,-2 3-2-16,-2 0-1 0,-3 5-1 16,0 5 0-16,-8 5 1 0,-11 19-32 15,1-4-59-15,0-1-631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617.08099" units="1/cm"/>
          <inkml:channelProperty channel="Y" name="resolution" value="1090.7789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8-20T08:37:27.4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20251 6890 1832 0,'0'0'7'0,"0"0"-5"0,0 0-2 15,0 0 1-15,0 0 1 0,0 0-2 16,0 0 2-16,0 0-1 0,0 0-1 16,-3-1 2-16,3 1-2 0,0 0 0 15,4 0 0-15,2 3 0 0,5-1 0 16,4 4 1-16,5 0-2 0,5 0 1 15,11 2 0-15,14 0-6 0,17 3 1 16,12-1-1-16,5 0 0 0,4-4 1 16,4-2-2-16,13-3 1 0,11-1 0 15,13-2 3-15,10-4 1 0,13-3 1 16,11-1 1-16,12 0 0 0,13-1 2 16,8 0-2-16,11 0 3 0,11 0 3 15,11 0 2-15,5 3-2 0,10-4 5 16,3 4 0-16,5 2-4 0,3 0-1 15,4 3-1 1,-3-4 3-16,-2 3-2 0,-4 0 0 0,-9 1 2 0,-4 3-1 16,-9-2-1-16,-10 3-2 0,-8-1 0 15,-15 0-2-15,-13 1-1 0,-10 1 1 16,-12 0-2-16,-16 0 1 0,-9-1-1 16,-16-1 0-16,-12 0-1 0,-12 0-1 15,-11 0-3-15,-12 0-9 16,-12 2-3-16,-8 2-5 0,-10 1-1 0,-5-1-7 15,-12 2-28-15,-6-2-90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617.08099" units="1/cm"/>
          <inkml:channelProperty channel="Y" name="resolution" value="1090.7789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8-20T08:37:56.79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10403 6397 1541 0,'0'0'0'0,"0"0"-2"16,-6-4 2-16,4 0 31 0,-3 3 34 0,2-2-2 15,0 1-21 1,0 1-17-16,-1 0-4 0,1 0-2 0,-1-1-3 0,1 1-5 16,1 0 0-16,-2 0-2 0,2 1 0 15,1 0-3-15,0-1-1 16,1 1-1-16,0 0-2 0,0 0-1 16,0 0-1-16,0 0 0 0,0 0 0 15,3 0-1-15,2 0 0 16,2 1 1-16,2 0 0 0,1 2 0 15,3 0 0-15,3-1 1 0,1 1-1 0,1-1 0 16,4 1-1-16,1 0 1 0,2-2 1 16,3 0-1-16,0-1 0 15,3 1 0-15,6 0-1 0,6 1 2 0,10-1-1 16,4 0 0-16,-1-1 0 0,-2 1 1 16,-2-1-1-16,1 0 0 0,4 0 0 15,-1 0 0-15,2-1 0 0,-1-1 0 16,1-1 0-16,0 2 0 0,1 0 1 15,1 0 0-15,1-3 1 0,0 2-1 16,0 0 1-16,1 0 0 0,-2 1-1 16,-2 1 0-1,-2 0 1-15,-1 0-2 0,0 0 1 16,-2 0 0-16,-3 0-1 0,-2 4 0 0,-3-3 1 0,-1 3-1 16,-5-1 0-16,-3-2 0 0,-6 3 1 15,-6-2-1-15,-8-1 0 0,-2 1 0 16,0 0 2-16,2 0 0 0,-2-1 1 15,0 1 2-15,-4 1 1 0,-2-2-2 16,-1 0-2-16,-3 1 1 16,-1 0 0-16,-2-2-1 0,2 1 0 0,-3-1 0 15,0 1-2-15,0-1 1 0,1 0-1 16,-1 0-1-16,1 0-12 16,1 0-11-16,2 0-14 0,-4 0-62 0</inkml:trace>
  <inkml:trace contextRef="#ctx0" brushRef="#br0" timeOffset="9233.92">15355 6367 1737 0,'0'0'14'16,"0"0"-8"-1,0 0 0-15,-17-12 4 0,12 9 10 0,5 0-3 0,-3 1-7 16,3 1-1-16,0 0-2 0,0 1-1 16,0 0-5-16,0 0 0 0,0 0-1 15,2 0 0-15,1 0 0 0,0 1 1 16,3 2-1-16,1 1 2 0,4-2-1 16,0 2 1-16,4-2 0 15,3-1 0-15,1 1 0 0,6 0-1 16,2 0 1-16,6 0-2 0,13 2 1 0,8-3-1 15,7 2 1-15,1-1-1 16,-2-1 1-16,0-1 0 0,0 0 0 16,3 0-1-16,5 0 1 0,2 0 0 15,7 0 1-15,1 1 0 0,2 2 1 16,4 0 0-16,-2 0 0 0,0 2-1 16,5-1 0-16,-3 0-2 0,3 1 2 15,-2-3 0-15,0 3-1 0,-4-3 0 16,-2 4 1-16,0 1 2 0,-3-2 0 0,-3 0 0 15,-1 0 0-15,-9-1 0 16,-6-2 0-16,-7-1-1 0,-7 3-3 16,-9-2 1-16,-12-1-1 15,-8 3 0-15,-3-3-2 0,-2 0-8 0,-2 0-50 0,-5-1-164 16</inkml:trace>
  <inkml:trace contextRef="#ctx0" brushRef="#br0" timeOffset="22607.13">18388 6345 1713 0,'0'0'11'0,"0"0"-4"0,0 0 3 0,0 0-6 16,0 0 4-16,0 0 2 0,-18-13-1 15,15 12-2-15,0 1 1 0,1 0 0 16,2 0-2-16,0 0-1 16,0 0-5-16,5 1 3 0,4 1 0 0,3 2 5 15,3-1-1-15,5 1-1 16,5-3-1-16,3 0-2 0,7-1 0 15,8 0-2-15,7-1 1 0,1-2 1 16,-5 1-1-16,-6 2 1 0,-13-2-1 16,-5 1 0-16,-6 1 0 0,-2-2-1 0,0 1 1 15,-2 1-1-15,-3-1 1 0,-2 1 0 16,-3 0-1-16,-4 0 5 0,-1 0 4 16,-4-1-2-16,-3 0-4 0,-5 1-4 15,-4 0-2-15,-5 0 2 0,-2 0 0 16,-3 0 0-16,-3 0 0 0,0 1 0 15,4 1 1-15,-1 1-1 0,3 0 0 16,6 1 0-16,1-2 1 0,6 1-1 16,4 1 0-16,2-3 1 0,3 0-1 15,2-1 0-15,4-1 0 0,1-1 1 32,8-2 1-32,7 0-1 0,12-3 0 0,13-4 0 0,10-2-1 0,3 2 1 15,-4 0-1-15,-8 4-1 0,-10 4 1 16,-7 0 1-1,-6 2-1-15,-6 1 0 0,0 0 0 0,-1 0 1 0,-1 4-1 16,2-1 0-16,-5 1 0 0,-6 0 0 16,-3 3-2-1,-3 3-1-15,0 0 2 0,-6 4-2 0,-10 6-18 0,0 1-46 16,1-5-246 0</inkml:trace>
  <inkml:trace contextRef="#ctx0" brushRef="#br0" timeOffset="28851.5">19840 5142 1771 0,'0'0'2'0,"0"0"-2"16,0 0-5-16,0 0 4 0,0 0 1 15,-42-1 8-15,28 9-3 0,-1 4 1 16,-3 5 0-16,1 5 0 0,-5 12 1 16,-3 9-1-16,-2 9 3 0,2 5-2 15,3-4 1-15,4-5 1 0,6-2-1 16,3-4 2-16,2-3 1 0,6-1-4 15,1-10-1-15,3-6-1 0,3-6-2 16,0-2-2-16,2 4 0 0,4-1-1 16,6 1 0-16,2-4 0 0,2-3 1 0,5-4-1 15,3-2-1-15,7-5-14 16,11-5-13-16,-9-2-22 0,-5-1-79 0</inkml:trace>
  <inkml:trace contextRef="#ctx0" brushRef="#br0" timeOffset="29055.28">19533 5583 1866 0,'0'0'8'0,"0"0"-7"0,0 0 1 16,0 0 8-16,0 0 12 0,0 0-9 15,0 0-5-15,-1-20-7 0,30 12-1 16,15-4-1-16,18-1 1 0,10-1-1 15,3 0-13-15,-1 2-12 0,-9 1-12 16,-14 1-37-16,-12 3-322 0</inkml:trace>
  <inkml:trace contextRef="#ctx0" brushRef="#br0" timeOffset="29821.15">20263 5175 1857 0,'0'0'0'15,"0"0"-1"1,0 0 1-16,0 0 0 0,0 0 3 0,0 0 1 0,0 0-4 16,0 0-6-16,19-4 3 0,-14 24 1 15,0 6 2 1,1 10 2-16,-1 10 1 0,-1 10 1 0,1 0-1 0,-5-4 0 15,2-8 0 1,-1-7 0-16,0-2-1 0,-1-8 2 0,0-5-1 16,0-7 0-16,1-2 1 0,-1 4-1 0,0-2 0 0,1 0-1 15,-1-1-1-15,0-6 0 0,2-2 1 16,-1-4-1-16,0-1 1 0,0-1-1 31,0 0 2-31,-1-3 6 0,0-3-3 16,0-4-3-16,0-6-2 0,0-3 0 15,0-5-1-15,-1-1 1 0,-1-10 0 16,-1-8-1-16,0-7 0 0,0 0-2 16,0 5 1-16,3 4 1 0,0 3 0 15,3 0-1-15,0-1 1 16,0 3 2-16,3 5-2 0,-2 5 0 16,3-4 0-16,2 6 0 0,-3 0 0 15,2-1 0-15,1 7 0 0,1-2-1 16,1 2 0-16,0 4 1 0,4 3-2 15,-2 4 1-15,2 0 0 0,-1 3 0 16,2 2 0-16,-1 2 1 0,1 2-2 16,-1 6 1-16,-1 2-1 0,-3 4 0 15,-1 4 1-15,-1 3-1 0,-5 3 2 16,-3 4 0-16,-3 6 0 0,-9 8 0 16,-1-5 1-16,-3-4-1 0,-3-7 0 15,0-4 0-15,-2 2-1 0,-6 3 1 16,1-2 0-16,-2-2 1 0,2-3-1 15,4 0 0-15,2-2 1 0,3 1-1 16,6-3 0-16,4-1 0 0,5 1 0 16,4-1-1-16,8-1-1 0,8 1 2 15,12 0 1-15,9 5 0 16,9 2-1-16,-6-3 1 0,-7-4-1 0,-14-2 0 16,-3-4 1-16,4 6 0 0,2 2 8 15,3 1-5-15,-3 0-1 16,-3-2-1-16,-6-2 0 0,-5-5-2 0,-3 1 1 15,-5-6 0-15,1-1 0 0,-2-2 1 16,-1-1-2-16,-1 0-8 16,0-4-13-16,0-3-12 0,-1-1-111 0</inkml:trace>
  <inkml:trace contextRef="#ctx0" brushRef="#br0" timeOffset="30539.95">21119 4839 1604 0,'-2'-1'70'0,"-6"1"-62"0,-2 0 12 0,-6 0 6 0,-2 0-8 0,-6 2 0 15,-3 1 1-15,-3 2-4 0,-1 0-4 16,-1 4-2-16,2-1-3 15,0 2 0-15,6 1-4 0,2-2 0 0,5 2-1 32,6-2-1-32,6-2-1 0,3 0 0 15,2 0 1-15,7-4 1 0,2-1 4 16,6 0 9-16,3-2-5 0,5 0-2 16,4-5-2-16,1 0-3 0,2-5-1 15,0 0 0-15,-2-2 0 0,-2-3 0 16,-5-1 0-16,-3-2 1 0,-6 0-2 15,-5-3 1-15,-6-2-1 0,-1-1-1 16,-5-9 0-16,-3 4-2 0,-1-2 1 16,-2-1 2-16,2 6 0 0,-1-2 0 15,0 2 0-15,2 3 1 0,3 4-1 16,0 5 0-16,2 3 2 0,1 3-1 16,0 3 3-16,2 3 0 0,0 2-3 15,0 0-1-15,2 4-3 0,3 4 1 16,0 7 2-16,1 6 1 0,0 10-1 15,2 12 2-15,-3 11 0 16,0 2-2-16,0-5 1 0,0-8 2 0,1-7 0 16,-2-9 2-16,-1-5 0 0,-1-6-1 15,1-1-1-15,0-1 1 0,0 0 1 16,1-1-1-16,-2-4 0 0,0-3-1 16,-2-2-1-16,2-1 0 0,-2-3-1 15,0 0 1-15,0 0 0 0,0 0 0 16,0 0-2-16,1 0-3 0,2 0-21 15,-1-2-21-15,0 0-95 0</inkml:trace>
  <inkml:trace contextRef="#ctx0" brushRef="#br0" timeOffset="52173.62">11403 9436 1796 0,'-1'0'11'16,"0"-2"-7"-16,1 0-2 0,0-1-1 16,0 3 0-16,1-1-1 0,1-1 0 15,0 2 1-15,0-1-1 0,-1 0 0 16,2 1 0-16,-1 0-1 0,0 0 0 15,1 0 0-15,1 2 1 0,1 0 0 16,0-1 0-16,4 0 0 0,-1 1 0 16,2-1 0-16,4 1 0 15,0-1 0-15,5-1 0 0,0 0 0 0,4 0 0 16,1 0 0-16,1 0 1 0,1 0 0 16,3 0 0-16,1 0 2 15,7 0-1-15,4 0 1 0,10-1 0 16,0 1-2-16,0 0 1 0,-4 0 0 0,-2 0-2 15,2 0 1-15,1 0-1 16,2 0 1-16,-3 1-1 0,2-1 0 0,0 0 1 16,0 0-1-16,-1 0 0 0,1-1 0 15,0-2 0-15,0 0 2 0,0 0 3 16,0-1 0-16,0 0 0 0,-3 0 2 16,1-2-1-16,-4 1 1 0,-2 1-1 15,0-1-2-15,-5 3 0 0,-6-3 0 16,-5 3-1-16,-6-1 0 0,-1 2-1 15,1-1 2-15,4-1-2 0,0-1-1 16,-1 1 0-16,-1-1 0 0,-4 2 0 16,0-1-1-16,-4 1 0 0,-3 1 1 15,-2-2-1-15,-1 1 1 0,-5 1 0 32,1 0 2-32,-3 0 2 0,1 1 5 15,-1 0 0-15,0-3-3 0,0 3-4 16,0-2-2-16,-1 2-1 0,-1-1 0 15,-3 1-11-15,0 0-47 0,-1 0-150 0</inkml:trace>
  <inkml:trace contextRef="#ctx0" brushRef="#br0" timeOffset="53373.77">14109 9622 1666 0,'0'0'99'0,"0"0"-93"16,0 0-4-16,-24-14 7 0,21 10-2 15,1 4 2-15,1-1 1 0,1-1-2 16,0 2-4-16,0 0-3 0,0 0-1 16,3 0 1-16,3 0 0 0,4 0-1 15,1 0 1-15,4 0-1 0,3 0 0 16,2 1 1-16,4 1 0 0,2 0-1 16,8 2 0-16,9-1 0 0,12 2 0 15,5 0 1-15,5 1-1 0,-2-3 0 16,2 1 1-16,3-1-1 0,4 1 0 15,3-1 1-15,7 0 0 0,4 0-1 16,5-1 0-16,4 1 1 0,4-1-1 16,1-1 1-16,1 1-1 15,6 1 0-15,4-1 1 0,1-2 1 0,2 4 0 16,2-3 1-16,2 0 1 0,5 0-2 16,5-1 2-16,-3 0-1 0,4 0-1 15,1 1-1-15,3-1-1 0,2 0 3 16,0 0-2-16,3-1-1 0,0-2 0 15,3-1 0-15,-2 1 2 0,3-3-1 16,-2 2-1-16,3 0 0 0,0-2 3 16,0 1-2-16,2-3 1 0,-7 1-1 15,3 0 1-15,-4-1 1 0,-3 0-2 16,1-1 0-16,-5 0 2 16,-7 2-1-16,-2-1-1 0,-7 0 0 0,-7 0-1 15,-4-1 4-15,-11-1-3 0,-8 2 0 16,-6 0 0-16,-8-1 1 0,-5 2 1 15,-9-2 0-15,-6 3-1 0,-9 1 2 16,-9 0-1-16,-10 2 0 0,-7 1 1 16,-3-1-2-16,-2 0 0 0,0 1 0 15,-1 0 0-15,-5-1-1 0,-2 2-1 16,-1 1 0-16,-1 0 0 0,-2 3-8 16,-2 1-37-1,-3 0-44-15</inkml:trace>
  <inkml:trace contextRef="#ctx0" brushRef="#br0" timeOffset="70052.25">19317 10313 1717 0,'0'0'15'0,"0"0"-11"16,0 0-3-16,0 0 4 0,0 0 6 0,1 0 2 0,-1 0-2 31,3 0 4-31,-2 0-6 0,0 0 1 0,2 0 2 16,-1 0 5-16,0-1 0 0,0-1-5 15,0-2-4-15,-1-1-2 16,0 0-1-16,0-1 1 0,-1-1-1 15,0 1-1-15,0-1 0 0,0 0-1 16,0 0 2-16,-2 0 0 0,-3 0 0 16,-2 0-2-16,1 1 1 0,-2 1-2 15,-2 2-1-15,-4-1 1 0,1 4-2 16,-2 0 2-16,-1 2-2 0,-2 5 0 16,-2 2 1-16,-2 5-1 0,0 1 0 15,0 5 1-15,1 3 0 0,2 2-1 16,4 4 1-16,0-1-1 0,4 2 1 15,2 1 0-15,5-1-1 0,1 1 0 16,3-2 1-16,5-1-1 0,4-3 1 16,4-2 0-16,3-3-1 0,3-2 2 15,3-4-2-15,1-4 0 16,2-3 2-16,0-2-1 0,0-2-1 16,-1-3 2-16,-2 0 0 0,-6-1-1 15,0-2-1-15,-6-1 1 0,-3 1 0 16,-2 0-1-16,-4 0 1 0,2 0-1 15,-3-1 0-15,0 0-8 0,0-6-20 16,0 2-28-16,0-3-126 0</inkml:trace>
  <inkml:trace contextRef="#ctx0" brushRef="#br0" timeOffset="70244.17">19614 10452 1937 0,'0'0'17'0,"0"0"-14"0,0 0-1 15,0 0 2-15,-2-12-3 0,5 9-1 0,4 1-9 16,2-3-16-16,11 3-33 16,-1 0-51-16,-6 1-1519 0</inkml:trace>
  <inkml:trace contextRef="#ctx0" brushRef="#br0" timeOffset="70355.67">19614 10452 1852 0,'53'87'29'16,"-54"-86"-17"-16,0 1-4 0,1-2 18 0,0 0-2 0,1 0-6 15,3-2-7-15,5-1-11 16,6-2-8-16,20-8-23 0,-4 1-53 16,-1-1-1093-16</inkml:trace>
  <inkml:trace contextRef="#ctx0" brushRef="#br0" timeOffset="72029.17">20404 10174 1863 0,'0'0'6'0,"0"0"-4"0,0 0-1 0,0 0 2 15,0 0 6-15,-42-27 0 0,25 27-3 16,-4 2-1-16,-1 4 2 0,-2 3-3 16,2 3-1-16,1 1-1 0,2 3 0 15,5 0-1-15,3 1-1 0,3 1 0 16,7-3 0-16,1 0 0 0,7 0 0 15,2-1 1-15,4-2 0 0,4 1-1 16,1-1 2-16,2 1-2 0,1 0 1 16,-3-1 0-16,-1 3 0 0,-4 0-1 15,-1 0 1-15,-5 0 0 0,-5 0 0 16,-2-2-1-16,-1 0 1 0,-6-1 1 16,-5 0-1-16,-1-3-1 0,-3-1 1 15,-1-1-1-15,-1-2 1 0,1 0 1 16,-2-4-2-16,2-1 0 0,0 0 0 15,4-1 0-15,0-6-1 0,5-2 0 16,3 1-3-16,2-2-1 0,2 2 1 16,1 1 1-16,3 4 0 0,3 0 1 15,1 3 2 1,2 1 0-16,4 4 1 0,-1 2 1 0,1 2 1 0,0 1 0 16,0 3 1-16,2-2 0 0,-2 3-2 15,1-4 0-15,1-2-1 0,3-1 0 16,-2-4 1-16,6-3 0 0,-1 0-1 15,1-4 1-15,0-3-2 0,1-2 0 16,-1 0 1-16,-2-1-1 16,-1-3 0-16,-4 2 0 0,-2-3 1 0,-3 2-1 15,-3-1 0-15,-2 0 0 0,-5 1 1 16,0 0-1-16,-2 2 0 0,-5 0-2 16,-1 2 2-16,0 1-1 0,-4 3 0 15,2 2 1 1,-1 2-2-16,0 0 2 0,1 5 0 0,1 1 0 0,3 1-2 15,1 5 2-15,3-1-1 0,2 3-1 16,0 1 1 0,5 0 1-16,3 2 1 15,0-2-1-15,1-2 0 0,5-1 1 16,-2-2 0-16,1-3 0 0,1-3-1 16,-1-1 2-16,0-3-1 0,0-1 0 15,0-5 0-15,-2-2 0 0,0-2-1 16,0 0 1-16,-2-4-1 0,-1 2 1 15,0-3-1-15,-2 0 0 0,0 1 1 16,-1-1-1-16,1 3 0 0,-4 3 0 16,3 2 0-16,-3 3 1 0,1 3-1 15,-2 1 0-15,3 2 0 0,-1 3 1 16,0 4 0-16,1 1 1 0,-1-1 0 16,0 3 0-16,1-1-1 0,-2-1 0 15,-1 0-1-15,1-1 0 0,-2 0 0 16,1-4 0-16,-1-1 0 0,1 1 0 15,0-4 0-15,1-1 0 0,1-4 0 16,0-2 1-16,0-1-1 0,2-3 1 16,-1-1-1-16,1-2 0 0,0-1 0 15,1-2 0-15,0 0-2 16,0 5 2-16,1 0-1 0,-2 5 0 0,0 3 1 16,1 3-1-16,-2 2 1 0,1 4 0 15,1 4 1-15,-1 4 1 0,0 2 1 16,0 2-2-16,0 1 2 0,-1-1 0 15,1-3-2-15,-1 1 0 0,1-4-1 16,0-2 0-16,1-5 1 0,0-2-1 16,1 0 2-16,-1-3-1 0,-1-4 0 15,3-2 0-15,-1-2-1 0,1-3 0 16,-2 0 0-16,0-5 1 0,0 0-1 16,0-2 0-16,1-2-1 0,0-1 1 15,1 1 0-15,0 2 0 0,2 2-1 16,-1 4 1-16,0 2 0 0,1 4 0 15,1 2-1-15,-2 4 1 0,1 0-1 16,-1 6 1-16,0 1 0 0,0 4 1 16,-2 3 0-16,-1 0 0 0,-4 0 0 15,-2 1 1-15,0 0-2 0,-1-2 0 16,-3 0 0-16,-1-2 1 0,-2-2-1 16,2-2 0-16,0-3-1 0,2-1 1 15,2-2 0-15,-1-1 1 16,2-3-1-16,0-2-1 0,0-2 1 0,2-4-1 15,2 0 1-15,3-2-1 0,0 3 0 32,1 0 0-32,2 3 1 0,-1 3 0 0,2 2 2 0,-2 2-1 0,1 3 1 15,2 3 2-15,-3 2 1 0,0 1-1 16,0-2 1-16,-2 2-2 0,-1-3-2 16,-1 0 0-16,0 0-1 0,1-4 0 15,-2-1-6-15,1-1-13 0,2-3-24 16,-2-3-51-16,1-1-429 0</inkml:trace>
  <inkml:trace contextRef="#ctx0" brushRef="#br0" timeOffset="72155.53">21210 10321 1749 0,'-1'-3'198'0,"0"0"-180"0,1 0-2 0,-1 1 6 0,1 0-8 0,0-1-3 15,0 0-9-15,3 0-2 0,0 0-39 16,1-1-62-16</inkml:trace>
  <inkml:trace contextRef="#ctx0" brushRef="#br0" timeOffset="72760.13">21379 10143 1732 0,'0'-6'100'0,"0"2"-81"0,1 1-3 0,0 1 5 0,0 1-9 15,-1 1-4-15,2 3-2 16,1 4 1-16,2 5 0 0,1 3-2 0,0 4 1 15,1 3 1-15,-1 2-1 0,2 3-1 16,-1 0-2-16,0 0-2 16,-2-1 1-16,2-1-2 0,-2-3 0 0,-1-2 0 15,-1-2 0-15,-2-2-2 16,-1-4-9-16,0-3-4 0,-1-2-12 0,-4-3-3 16,0-1 4-16,-3-3 13 0,-1 0 6 15,-2 0 6-15,-2-4 1 0,0 0 3 16,1-2 8-16,1 0 5 0,3 0 3 15,1-1 0-15,3 1 2 0,3-1-2 16,1 2-4-16,5-1-6 0,4 1-4 16,5-2-1-16,2 3-1 0,5 0 1 15,-1 1-3-15,2 0 1 0,0 3-1 16,-3 3 0-16,0 1 1 0,-3 3-1 16,-2 0-1-16,-5 1 0 0,-1 0-3 15,-3 2-21-15,-4-2-56 0,-1-2-179 16</inkml:trace>
  <inkml:trace contextRef="#ctx0" brushRef="#br0" timeOffset="72918.82">21535 10328 970 0,'0'0'975'0,"0"0"-962"0,0 0-1 0,0 0 2 16,10-34-8-16,-2 29-5 15,3 2-1-15,3 0-3 16,9 4-36-16,-2-1-61 0,-1 0-1299 0</inkml:trace>
  <inkml:trace contextRef="#ctx0" brushRef="#br0" timeOffset="73316.38">21668 10400 1844 0,'0'0'64'15,"0"0"-37"-15,0 0-7 0,0 0 4 0,0 0-14 16,41 30-3-16,-32-24 0 0,1 1-2 15,0-1-3-15,-2-2-1 16,1 0 0-16,-1-2 0 0,-1-1-1 16,0-1 0-16,-2 0 1 0,1-2-1 0,-1-3-1 31,-2-3-1-31,-1 0-1 0,-1-4-1 16,-1 0 0-16,0-1 1 0,-1-1 1 15,-1 3 1-15,-1 2 0 0,1 1 1 16,-1 5 0-16,1 2 1 0,1 1 1 15,1 0-2-15,0 1-1 0,2 4 1 16,2 0 0-16,3 1 0 0,1-1 1 16,1 0-1-16,3-1-4 0,0-2-6 15,-1-2-5-15,1 0 1 16,-2-1 4-16,-2-2 6 0,1 0 4 0,-2-1 0 16,-3 3 0-16,-1-1 3 15,-1 1 7-15,-2 1 0 0,1 3-1 0,0 4 5 16,0 0-3-16,-1 3 1 0,2 0-2 15,-1-2-4-15,1 0-4 16,0 1-1-16,2-4-1 0,1-1-7 0,7-5-24 16,1-4-50-16,-1-3-345 0</inkml:trace>
  <inkml:trace contextRef="#ctx0" brushRef="#br0" timeOffset="73443.86">21968 10221 1930 0,'0'0'14'0,"0"0"0"0,0 0 6 0,0 0-11 16,0 0-8-16,-1-4-1 0,13 4-27 16,-1 0-41-16,1-2-201 0</inkml:trace>
  <inkml:trace contextRef="#ctx0" brushRef="#br0" timeOffset="73938.05">22101 10112 1971 0,'0'0'14'16,"0"0"-3"-16,0 0-4 0,0 0-4 0,0 0-3 15,0 0-2-15,0 0 1 16,0 0 1-16,9 39 0 0,-9-4 1 16,0 11 0-16,-2 9 1 0,0 0-1 15,0-8 2-15,2-12-1 0,0-15 0 16,1-6 0-16,3-4-1 15,0-1-1-15,2 0 1 0,2-3-1 0,2-5 2 16,1-1-1-16,2-6 0 0,0-3-1 16,1-4-3-16,-1-2 0 15,-1-2 0-15,0 1 2 0,-3-1 0 16,-2 3 1-16,-1 4 0 0,-3 3 0 0,0 6 0 16,-2 1 1-16,-1 3 0 0,0 6 0 15,-1 4 2-15,0 4 0 0,-3 1 0 16,3 1-1-16,1-1-2 15,0-3 1-15,0-3-1 16,0-4 0-16,3-4-2 0,2-3-1 0,0-1 1 16,1-3 0-16,1-3 0 0,1-3 0 15,0 1 0-15,-1 1 1 0,-1 0 1 16,-2 3 0-16,0 3 1 0,-3 1 1 0,0 8 2 16,-2 6 2-16,0 6 0 0,-5 11 1 15,-4 10 3-15,-4 4-10 16,1-3 0-16,4-13 0 0,1-11 0 0,4-8 0 31,1 0 0-31,2-3-21 0,3-7-20 16,3-3-57-16,2-5-551 0</inkml:trace>
  <inkml:trace contextRef="#ctx0" brushRef="#br0" timeOffset="74193.71">22199 10183 1952 0,'0'0'16'0,"0"0"3"0,0 0-10 0,49-5-5 0,-7 0 0 16,19-2 6-16,9-1-2 0,2-1-1 16,-5 1-4-16,-13 3-2 0,-6 2 1 15,-7 2-1-15,-10 0-1 0,-10 1 0 16,-10-1 1-16,-7 1-1 0,-2-1 0 15,-2 1 0-15,-4 0-1 0,-6 0 0 16,-3 0-4-16,-16 0-24 0,5 0-22 16,-1-1-131-16</inkml:trace>
  <inkml:trace contextRef="#ctx0" brushRef="#br0" timeOffset="76624.37">20870 8567 1331 0,'0'0'471'0,"0"0"-454"0,0 0-12 16,0 0 11-16,0 0 0 0,-15-4 7 16,15 4-5-1,-1 0-6-15,1 0-3 0,0 0-3 0,2 0-4 0,2 0 1 16,3 0-2-16,1 0 2 0,2 0-1 15,3-2 0-15,0 2-1 0,0-1 0 16,1-1 0-16,-3-2 0 0,1 3-1 16,-2-3 1-16,-2 2-1 0,-3 1 0 15,1 0 1-15,-5 0-1 16,1 1-2-16,-2 0-8 0,0 0-12 0,0 0-27 16,0 0-64-16</inkml:trace>
  <inkml:trace contextRef="#ctx0" brushRef="#br0" timeOffset="76990.83">20885 8785 1734 0,'0'0'37'0,"0"0"-32"0,0 0-4 0,0 0 6 16,0 0 3-16,0 0 7 15,-12 7 0-15,14-7 1 0,4 0-2 16,1 0-12-16,3-2 0 0,3-2 1 15,2 0-2-15,2-1-1 0,0 0-1 16,-1 3 0-16,-1-3 0 0,-1 4-1 16,-4 0 0-16,-2 0 1 0,-4 1-1 15,-3 0 0-15,-1 0-3 0,0 1-7 16,-5 1-3-16,-4 4-6 0,0-2-28 16,2-1-226-16</inkml:trace>
  <inkml:trace contextRef="#ctx0" brushRef="#br0" timeOffset="77309">20890 8999 1671 0,'0'0'62'0,"0"0"-47"16,0 0-9-16,0 0 19 0,0 0-1 16,0 0 3-16,0 0-2 0,-2 5-7 15,11-5-13-15,2-3-1 0,3 1 1 16,4-3-1-16,2 1 0 0,-1 0-2 16,2-1-1-16,-1 0 0 0,-2 3 0 15,-1-3-1-15,-4 3 1 0,-2 0-1 16,-2-1 1-16,-4 2-1 0,-2 0 1 15,-3 1-1-15,0 0-5 0,0 0-5 16,-3-1-10-16,0 0-25 0,0-3-74 0</inkml:trace>
  <inkml:trace contextRef="#ctx0" brushRef="#br0" timeOffset="78505.6">21877 8329 1818 0,'0'0'9'0,"0"0"-9"0,0 0-2 0,-12-43 2 0,6 32 10 16,-4 3 5-16,0 1-9 0,0 5-5 16,-3 1 0-16,0 1 0 0,-2 6-1 15,1 4 0-15,-1 2 1 16,0 4-1-16,0 0 0 0,3 4 0 0,1 1 0 16,4 0 1-16,1 1-1 0,3-1 0 15,3-1 0-15,0-2 0 0,4-2 1 16,3-3 2-16,1-3 1 0,2-2 1 15,1-4 2-15,1-4 1 0,1 0 2 16,2-4-3-16,-1-4 0 0,0-1-1 16,-3-1 0-1,1-2-1-15,-4 1 1 16,-1 1 3-16,-3-1-1 0,0 3-1 16,-3 1-2-16,1 1 1 0,-2 3-2 15,0-1 1-15,0 3 0 0,0 1-4 16,0 0-1-16,1 0-2 0,0 6 0 15,3 2 0-15,-1 4 2 0,1 5 0 16,1 7 0-16,2 9 0 0,0 12 0 16,2 12 0-16,-1 1 0 0,-2-3 0 15,-1-6 0-15,-2-8 0 0,0-4-1 16,-3-1-1-16,0-6-3 0,0-6-2 16,-4-6-1-16,2-4 2 0,-2 2-2 15,0 0-1-15,-3 2-1 0,-1-4-3 16,-1-5 1-16,1-2-5 0,-1-2-6 15,-4-4 2-15,3-1-1 0,-1-6 14 16,-1-2 8-16,2-7 4 0,1-5 17 16,0-3 3-16,2-11 2 0,4-10-3 15,3-9-6-15,5-4-6 0,7 3-3 16,3 5-3-16,4 12-2 0,-2 5-1 16,-1 9-1-16,-2 8-1 0,8-5-6 15,0 3-28-15,-3 3-71 0</inkml:trace>
  <inkml:trace contextRef="#ctx0" brushRef="#br0" timeOffset="78848.77">22147 8722 1847 0,'0'0'24'0,"0"0"-15"0,10-23 5 0,-6 15 9 0,-1 2-5 0,-1 3-2 16,-1 3-9-16,0 1-7 0,1 5-1 16,0 5 1-16,1 3 0 0,-1 5 2 15,-1 3 0-15,1 2 0 0,-2 3-1 16,0 0-1-16,1 1 1 0,-2-1 0 15,3-2-1-15,0-5 1 0,2 0-1 16,1-6 0-16,1-3 0 0,2-4-3 16,0-4-5-16,6-4-16 0,-4-4-35 15,-1-2-123-15</inkml:trace>
  <inkml:trace contextRef="#ctx0" brushRef="#br0" timeOffset="78983.71">22137 8903 1883 0,'0'0'31'0,"0"0"-21"16,0 0 5-16,0 0-1 0,0 0-13 15,33-30 0-15,2 11-1 0,-4 3-26 16,0-1-80-16</inkml:trace>
  <inkml:trace contextRef="#ctx0" brushRef="#br0" timeOffset="79735.8">22602 8104 1840 0,'0'0'5'0,"0"0"6"0,0-35-4 0,0 23 9 15,-2 3 5-15,0 3 6 0,-1 0-12 32,-3 5-9-32,1 1-5 0,-1 4-1 0,-2 6-2 0,-1 6 0 0,-2 14 1 15,-1 12 0-15,3 17 1 0,-1 5 1 31,6 0 0-31,4-4 0 0,4-10 1 16,3-2 0-16,4-5 2 0,1-2-2 16,5-6 0-16,-1-7-1 0,0-8 0 15,-3-6 0-15,1-3 0 0,4 1-1 16,2-2-10-16,14-6-14 0,-6-4-26 16,-3-3-92-16</inkml:trace>
  <inkml:trace contextRef="#ctx0" brushRef="#br0" timeOffset="80167.14">22745 8221 1838 0,'0'0'71'16,"0"0"-71"-16,0 0-6 0,0 0 5 16,45-39 1-16,-26 33 3 0,-1 5 2 15,1 1-1-15,-1 8 0 0,1 4 0 16,-2 3 1-16,-2 6-4 0,-4 2 1 15,-2 5 1-15,-7 0-1 0,-2 1-1 16,-4-1 0-16,-6-2 0 0,0-1 0 16,0-5 0-16,-2-3-1 0,4-5 1 15,2-6 0-15,0-3 0 0,4-3 2 16,-1-6-2-16,3-7-1 0,4-2 0 16,1-3 0-16,3-6 0 0,3 0 0 15,3-4 0-15,2-9 0 0,5-4 0 16,1-8 1-16,-5 9-1 0,-2 7 0 15,-6 14 0-15,-5 10 1 0,0-1 2 16,-1 1 2-16,1 3 3 0,-4 3 1 16,0 3 0-16,0 0-6 0,-4 3-2 15,0 4-1-15,-2 5-1 0,-1 4 1 16,0 5 0 0,-2 4 1-16,3 4 0 0,2 2 0 0,0 5 1 0,3-5-1 15,1 1-1-15,4-2 0 16,2-5 0-16,2 0-4 0,4 1-13 15,1-4-13-15,8 1-17 0,-3-5-58 16</inkml:trace>
  <inkml:trace contextRef="#ctx0" brushRef="#br0" timeOffset="80398.2">23193 8424 1882 0,'0'0'20'0,"0"0"-10"0,0 0 4 0,0 0 3 16,0 0-8 0,0-7-5-16,1 12 0 0,2 5 0 0,1 3-1 0,-1 2 1 15,3 1 0-15,-2 4-2 0,1-3-1 16,0 2 0-16,1-5-1 0,2 0 0 16,-1-6-11-16,4-7-20 0,-2-1-45 15,-1-3-387-15</inkml:trace>
  <inkml:trace contextRef="#ctx0" brushRef="#br0" timeOffset="80517.98">23191 8274 1949 0,'0'0'9'0,"0"0"-9"0,0 0-5 16,0 0-10-16,0 0-23 0,40-25-31 15,-26 20-223-15</inkml:trace>
  <inkml:trace contextRef="#ctx0" brushRef="#br0" timeOffset="80836.59">23351 7889 1955 0,'0'0'0'16,"0"0"-4"-16,0 0-9 0,0 0 10 16,41-23 1-16,-27 23 1 0,-1 8-1 15,2 8 1-15,1 9 1 0,3 16 1 16,1 21 2-16,-5 20 3 0,-3 11-4 16,-9-3 3-16,-3-8 1 0,-7-12-2 15,-4-4 1-15,-2-7-1 0,0-5-1 16,-1-8 0-16,0-4-2 0,1-8 1 15,2-9-1-15,0-8-1 0,5-9 1 16,-2 0-1 0,1-2 1-16,0-2-1 0,-1-2 0 0,2-2-5 0,1-13-11 15,2-1-33-15,0-1-88 0</inkml:trace>
  <inkml:trace contextRef="#ctx0" brushRef="#br0" timeOffset="82116.87">23922 8308 1717 0,'-2'-5'13'0,"0"0"-9"0,-1-3-1 0,0-1 8 16,2-2 14-16,0-1-2 0,1-1-4 16,0-1 0-16,3-1 0 0,3-1-5 15,1 1-3-15,1-1-4 0,1 2-2 16,3 1-2-16,-2 3-1 0,3 0-2 15,-2 3 2-15,1 1-2 0,1 3 0 16,0 2 0-16,-1 1 0 0,0 1 0 16,-1 6-1-16,1 1 0 0,-2 3 1 15,-1 3-1-15,0 2 1 0,-2 3 0 16,-2 1 0-16,-1 1 1 0,-2-1-1 16,-2 1 0-16,-1-1 0 0,0-1 0 15,-3-2-4-15,0-1 3 0,0-6-2 16,-1-1-1-16,1-4 3 0,2-1 1 15,0-4 1-15,1-4 1 0,1-4-2 16,0 0-1-16,0-6 1 0,0 0-1 16,1-2 1-16,3-2 0 0,1-3-1 15,1 1 1-15,1 0 1 0,1 0-1 16,1-1 1 0,1 2 0-16,0-1 3 0,2 4-3 0,-1 3 0 0,-1 2 0 15,1 6 0-15,-3 0-1 0,0 4 0 16,0 1 0-16,1 1 0 0,-2 6 0 15,-1 2 0-15,0 1 0 0,0 4 0 16,-1 2-1-16,-1 1 1 0,0 2 0 16,-1 1 1-16,-3-1-1 15,1 0 0-15,-1-1 0 0,0-2 1 16,0-1-1-16,-1-1 0 0,0-2 0 0,0-5 0 16,0 0 0-16,0-5 0 0,1-2 0 15,0 0 1-15,0-6-1 0,1-3-5 16,2-3-1-16,1-1 0 0,0-4 0 15,4 1 1-15,-2-3 3 0,1 1 2 32,1-2 0-32,1 0 0 0,-1 0 0 0,0-1 1 0,-1 5 1 0,0 0 2 15,-1 4-1-15,0 2 1 0,-2 6-1 16,-1 0 2-16,-1 4-1 0,0 0-3 31,-1 1 0-31,1 6 3 0,0 3-3 16,1 3 1-16,-1 4 0 0,-1 4 0 15,2 2 0-15,-1 2 0 0,2-2 1 16,-1-1-1-16,3-1 0 0,0-1 0 16,2-5-1-16,0-2-1 0,0-4 1 15,3-3-1-15,-2-3-1 0,1-3-4 16,2-3-5-16,1-5 0 0,-1-2 0 16,1-3 0-16,-2-1 3 0,1-4 3 15,-1 2 4-15,-3-4 0 0,0 0-1 16,-1 1-1-16,-1 0 2 0,-2 3 0 15,-1 4 2-15,0 2 4 16,-3 6 5-16,1 1 1 0,-1 2 0 0,0 1-3 16,0 0-7-16,1 5 0 0,-1 3 0 15,2 5-1-15,-2 1-1 0,2 1 1 16,0 2 0-16,2-2-1 16,0 2-16-16,0-4-25 0,0-5-78 0</inkml:trace>
  <inkml:trace contextRef="#ctx0" brushRef="#br0" timeOffset="82276.5">24594 7985 1960 0,'-5'-7'3'0,"3"0"-1"0,1 0-2 0,0-3 0 0,1 3-10 15,10 1-11-15,0 1-43 0,1 0-121 16</inkml:trace>
  <inkml:trace contextRef="#ctx0" brushRef="#br0" timeOffset="82816.38">24757 8141 1284 0,'0'0'93'0,"0"0"-2"0,0 0 42 16,-2-34-44-16,2 22-46 0,0-2-10 16,0 0-9-16,4-3-3 0,0 2-2 15,2 1-1 1,0 0-6-16,2 2-3 0,-1 2 1 15,1 3-2-15,-1 1 0 0,1 5-1 0,-1-2 0 0,1 3-2 16,-1 3-1-16,1 1 0 0,0 5 2 31,0 4-3-31,-1 2 1 0,2 4 1 16,-3 1 2-16,-1 3 0 0,-1 0-2 16,-1-2-1-16,-2 0-1 0,-1-2 1 15,0-2-3-15,0-4 0 0,-1-2 0 16,-1-4-1-16,1-2 1 0,-1-2 0 15,1-3 0-15,0 0 0 0,0-6-1 16,1-2-2-16,1-3 1 0,-1-3 1 16,2-5-1-16,2-2 0 0,1-1 0 15,2-3 1-15,0 0-2 0,2-2-1 16,-1 4 1-16,2 3 1 0,0 6 1 16,-1 5 0-16,0 4 1 0,0 2 0 15,-1 3-1-15,0 3 2 0,1 4-1 16,-1 2 1-16,-1 5 0 0,0 3 1 15,-1 3-1-15,-2 1-1 0,-1 2 0 16,0 0 0-16,-1-2-1 0,1-1-3 16,0-2-16-16,6 0-26 0,-3-5-44 15,2-6-637-15</inkml:trace>
  <inkml:trace contextRef="#ctx0" brushRef="#br0" timeOffset="83120.38">25468 7615 1908 0,'0'0'7'0,"0"0"0"0,0 0 3 0,0 0 0 16,-11-5-6-16,2 11 2 0,-3 5-1 15,-2 7-1-15,-4 7 0 16,-6 13-1-16,-4 15-1 0,-4 16 1 0,1 7-2 15,6 1 0-15,9-3 0 0,8-11 0 16,7 0 2-16,6-2 1 0,9-9 3 16,9-4 0-16,6-6-3 0,5-7-4 15,4-7 1-15,5-6-1 0,0-6 0 16,3-6 0-16,4-7-9 16,-2-3-25-16,-11-3-12 0,-8-3-72 0</inkml:trace>
  <inkml:trace contextRef="#ctx0" brushRef="#br0" timeOffset="83949.38">26002 7893 1879 0,'0'0'12'16,"0"0"-8"-16,0 0-3 0,0 0-1 15,15-19 3-15,-11 12 5 0,-1 0 2 16,-2-3-2-16,1 1-5 0,0-1 1 16,-1-1-1-16,1-1 2 0,-1 1 0 15,-1-2-1-15,2 0 0 0,-1-1 0 16,1 2-2-16,1-1 1 0,-2 1 2 15,2 0-2-15,-1 4 0 0,0 1-1 16,0 2 1-16,-1 0-1 0,1 2-1 16,-1 1 0-16,0 2 0 0,0 0-1 15,1 3-1-15,-1 3 0 0,2 4 1 16,1 3 0-16,0 5 0 0,1 3 1 16,0 4 1-16,1 3-2 0,0 0 1 15,1 3 2-15,0-2-1 0,0 3 1 16,-1-5-2-16,-1-2 1 0,2-2-1 15,-3-4-1-15,1-2 0 0,-2-3 1 16,0-3-1-16,0-2 0 0,0-4 0 16,-1 1-1-16,0-5-3 0,-2 1-2 15,0-2 1-15,0 0 0 0,-3 1-4 16,-2 0 7-16,-3-1-1 0,-3 2 1 16,-2 1 2-16,-2 1 0 0,-2 1 0 15,-1 2 0-15,3-3 1 0,-2 2 1 16,6-1 4-16,1-3 0 0,1 2-1 15,6-3 0-15,1-1-1 0,2 0-3 16,5 0 3-16,6 0-2 0,3-1-2 16,7-4 0-16,2-2 0 0,17-7-23 15,-7 3-15-15,-2-1-76 0</inkml:trace>
  <inkml:trace contextRef="#ctx0" brushRef="#br0" timeOffset="84110.33">26396 8024 1825 0,'0'0'116'0,"0"0"-111"0,0 0-2 0,2 33 6 16,-2-14 7-16,-4 3-4 0,-3 2-4 31,-4 1-5-31,1 2-3 0,-7 4-6 16,2-5-46-16,2-6-143 0</inkml:trace>
  <inkml:trace contextRef="#ctx0" brushRef="#br0" timeOffset="84766.25">27297 7361 1819 0,'0'0'45'0,"0"0"-43"0,0 0-2 0,0 0 0 0,0 0 1 15,16 9 0-15,-10-9 0 16,0 0 2-16,4-2-1 0,-2-3 2 16,1-1-4-16,-1-1 2 0,2 0 1 0,-4-1 3 15,0 0 5-15,-2-2 3 0,-1 0-2 16,-1 0-4-16,-2 0-2 0,-1 1 0 16,-2 1 2-16,-2 2-1 0,-1 1-6 15,-1 2 2-15,-3 0-3 0,0 3 1 16,-3 4 0-16,-2 3 0 0,-1 4 0 15,-2 4 0-15,-1 6 0 0,3 2 0 16,1 3 0-16,4 0 0 0,4 2 0 16,5-2-1-16,2 0 1 0,7-3 0 15,4-5 0 1,5-1 1-16,6-5-1 0,1-2 0 0,4-4 0 0,7-6-1 16,8-1-6-16,4-5-8 0,0-1-5 31,-8 0-19-31,-12 4-36 0,-12 0-261 0</inkml:trace>
  <inkml:trace contextRef="#ctx0" brushRef="#br0" timeOffset="85118.3">26891 7951 1922 0,'0'0'14'0,"-36"6"-11"0,28-5-2 0,0-1 0 15,2 0 1-15,2 0 12 0,4-4 9 16,5 0-7-16,13-4-12 0,16-3-2 16,25-4 1-16,27-5 0 0,16-2-1 15,11 0-1-15,6-1-1 0,-1 1 0 16,7-2 0-16,3-1 1 0,-3 0-1 15,-2-1-3-15,-4 1 1 0,-7 1-1 16,-8 2 3-16,-11 3 0 0,-12 1 0 16,-14 3-1-16,-14 1 2 0,-18 2-1 15,-16 3 0-15,-11 2 1 0,-7 1-1 16,-1 1 0-16,-6-2-2 0,-5-3-14 16,-19 2-16-16,1 2-58 0,1 1-586 0</inkml:trace>
  <inkml:trace contextRef="#ctx0" brushRef="#br0" timeOffset="85678.51">27081 8285 1117 0,'0'0'694'0,"0"0"-680"16,0-50-8-16,3 32 8 0,1 0 10 15,-1 4-5-15,-1 4-4 0,0 3 0 16,-1 4-5-16,1 1-5 0,-2 2-4 16,2 2-1-16,-2 7-1 0,2 3 1 15,1 9 2-15,1 10-2 0,1 12 2 16,4 12 1-16,-1 6-1 0,2-4 1 16,1-7 0-16,-3-4 0 0,0-4-1 15,0-4-1-15,1-5-1 0,-3-10 1 16,-1-4-1-16,0-4-2 0,0-2-8 15,2 0-8-15,1-5-19 0,0-4-28 16,-3-4-106-16</inkml:trace>
  <inkml:trace contextRef="#ctx0" brushRef="#br0" timeOffset="85949.9">27261 8175 1735 0,'0'0'116'0,"0"0"-110"0,0 0-4 16,-2-33 2-16,2 30 8 0,0 2-2 16,0 1-4-16,0 4-6 0,1 5 1 15,0 8 1-15,2 4 3 0,1 10 0 16,3 14-1-16,1 12 1 0,1 7 2 16,0-3-2-16,0-4-2 0,-2-5 0 15,-1-2-1-15,-1-5 0 0,2-4-1 16,-2-11 0-16,-1-7 0 0,-1-7-1 15,0-5 1 1,1 2-1-16,-1-1-1 0,2-3-4 0,1-5-2 0,1-4-8 16,7-13-14-16,-1-1-42 0,-1-4-741 0</inkml:trace>
  <inkml:trace contextRef="#ctx0" brushRef="#br0" timeOffset="86589.88">27906 8220 1856 0,'0'0'4'16,"0"0"-1"-16,0-39-1 0,-4 23 2 15,-4 2 9-15,-3 4-6 0,-1 2-4 16,-4 5 2-16,-3 3 0 0,-2 5-1 16,-2 7-3-16,0 4-1 0,-1 4 2 15,0 4-2-15,2 1 0 0,5 1 0 16,2-1 0-16,6-1-1 0,5-2 1 16,4-3-2-16,2-4 1 0,7-3-1 15,3-3 2-15,4-5-2 0,3-2-4 16,3-2-7-16,0-5-2 0,3-4 2 15,-1-5 6-15,-1-2 5 0,-3-1 2 16,0-3 5-16,-3 3 9 0,-1 0 3 16,-2 2 0-16,-3 2-1 0,-2 2 1 15,-3 3 1-15,-1 1-4 0,0 3-2 16,-3 2-4-16,0 2-5 0,0 3-3 16,1 8 0-16,1 6 0 0,0 12 0 15,0 13 1-15,1 15 0 0,1 7 0 16,-3 1 0-16,1-7 0 0,-1-5 2 15,1-4 1-15,-2-4-1 16,1 0-1-16,-2-6-1 0,1-7-1 0,-2-9 1 16,0-3-1-16,-3-5 0 0,-1 3 0 15,-1 0 0-15,-2 1-3 0,-2-6-3 16,1-3-1-16,-2-5-3 0,1-4-2 16,-2-2 2-16,0-9 6 0,0-3 4 15,1-6 0-15,0-6 1 0,3-4 7 16,0-8 5-16,6-12-1 0,4-13-3 15,8-5-3-15,6 2-4 0,9 8-1 16,2 10 0-16,4 7-1 0,1 9-2 16,-5 8-6-16,-3 9-7 0,4 2-12 15,-8 5-38-15,-1 4-203 0</inkml:trace>
  <inkml:trace contextRef="#ctx0" brushRef="#br0" timeOffset="86941.16">28327 8592 1278 0,'0'0'562'0,"0"0"-547"15,10-37-10-15,-5 24 5 0,-1 2 10 16,0 4 2-16,-1 1 1 0,-2 2-5 16,0 3-10-16,1 1-4 0,-2 7-4 15,0 4 3-15,0 4 0 0,1 6 1 16,-1 2 0-16,1 5 2 0,-1 4-1 16,-1 6 2-16,1-2 1 0,1 1-2 15,0-4 0-15,1-6-1 0,1 3-1 16,2-5-2-16,3-5-1 0,1-6-1 15,0-3 0-15,3-6-2 0,2-2-9 16,0-3-11-16,6-6-14 0,-6-2-37 16,-1-2-110-16</inkml:trace>
  <inkml:trace contextRef="#ctx0" brushRef="#br0" timeOffset="87085.36">28308 8765 1810 0,'0'0'111'15,"0"0"-89"-15,0 0-13 0,0 0 7 16,0 0-4-16,17-38-5 0,3 29-2 16,5-2-5-16,13-1 0 0,14-6-28 15,-5 1-34-15,-7 1-192 0</inkml:trace>
  <inkml:trace contextRef="#ctx0" brushRef="#br0" timeOffset="87788.17">28828 7945 1866 0,'-3'-7'4'0,"0"0"-2"0,-1 1 0 15,0 5-1-15,-2 1-1 0,-2 5 4 16,-1 6 2-16,-3 9 2 0,-1 15-1 16,0 15 5-16,0 14 0 0,5 5-2 15,4-2-4-15,4-11 3 0,7-7 3 16,4-6-4-16,4-5-1 0,2-4-2 16,0-7-1-16,0-6-1 0,-4-6-1 15,1-4-1-15,5 2 0 0,1-3-1 16,3-2-10-16,7-8-29 0,-7 0-55 15,-4-7-909-15</inkml:trace>
  <inkml:trace contextRef="#ctx0" brushRef="#br0" timeOffset="88210.26">28954 8186 1913 0,'0'0'5'0,"0"0"-3"16,0 0 0-16,0 0 1 0,34-18 4 15,-21 18 7-15,-1 4-1 16,-1 3-2-16,1 6-5 0,-2 4-3 0,-2 0-1 16,-1 4 1-16,-5 2-3 0,-2-3 2 15,-3 0-2-15,-5-2 1 0,0-3-1 16,0-2 1-16,0-4-1 0,1-3 0 16,2-3 2-16,2-2-2 0,1-2 0 15,1-4-2-15,1-6-2 0,4-2 0 16,3-4 2-16,2-4-1 0,1-4 0 15,3-1 2-15,2-2 0 0,0-3 1 16,1 2 0-16,-1 2 0 0,1 3 0 16,-3 4 0-1,-1 5 0-15,-6 4 1 0,-2 4 1 0,-2 5 1 0,-1 1 0 16,-1 1-3-16,-2 4 0 0,-1 7 0 31,-2 5 1-31,-1 5-1 0,-1 10 2 0,1 0 2 0,1 3 2 0,4 6 0 16,1-1 0-16,0-2-3 0,4-5-1 15,2-6-2-15,3-9 0 16,0 3 0 0,5 0-6-16,12-4-22 0,-4-4-31 15,0-8-133-15</inkml:trace>
  <inkml:trace contextRef="#ctx0" brushRef="#br0" timeOffset="88394.68">29416 8333 1665 0,'0'0'263'0,"0"0"-245"0,0 0-12 0,0 0 5 15,0 0-5-15,0 0 7 0,1 17 7 16,3-4-7-16,3 1-5 0,-1 2-6 16,1 2-1-16,-1 0 0 0,1 0-1 15,-2-1 0-15,0-2-4 0,3-4-29 16,-3-2-41-16,2-5-105 0</inkml:trace>
  <inkml:trace contextRef="#ctx0" brushRef="#br0" timeOffset="88522.42">29443 8246 1946 0,'0'0'8'0,"0"0"-6"15,0 0-2-15,0 0-2 0,18-39-26 16,-6 32-48-16,2-1-424 0</inkml:trace>
  <inkml:trace contextRef="#ctx0" brushRef="#br0" timeOffset="88968.89">29471 7825 1780 0,'0'0'21'16,"0"0"-11"-16,0 0-1 0,0 0 5 0,0 0 7 0,20-35-15 0,-8 35 2 16,3 2 2-16,3 4 1 0,4 7-2 15,-2 8-1-15,4 14 0 0,3 23 9 16,0 24-5-16,-4 12 1 0,-7 2-5 31,-9-10 3-31,-6-16 0 0,-1-9-3 0,-5-9-4 0,-4-7-2 0,1-7-2 16,-4-11 0-16,4-6-2 0,1-8-17 15,1-9-17-15,1-3-23 0,0-1-61 32</inkml:trace>
  <inkml:trace contextRef="#ctx0" brushRef="#br0" timeOffset="89285.66">29754 7803 1861 0,'0'0'47'0,"0"0"-46"0,0 0 0 0,0 0 0 15,28-33 1-15,-21 33 7 16,2 4 0-16,-1 9-4 0,-2 9 4 16,2 19 1-16,0 24-2 0,-5 29 0 15,0 17-2-15,-3-2 1 0,2-11-2 16,-2-21 5-16,1-10-3 0,-1-9-2 16,2-5-1-16,-1-10-3 0,0-10-1 15,2-8 0-15,-2-9 0 0,-1-4 0 16,2-1-2-16,0-2-5 0,1-2-6 15,-1-6 0-15,3-10-8 0,0-1-31 16,-2-6-81-16</inkml:trace>
  <inkml:trace contextRef="#ctx0" brushRef="#br0" timeOffset="89604.87">29980 7742 1901 0,'0'0'3'0,"0"0"-2"0,0 0 7 16,0 0 5-16,0 0-4 0,0 0-7 16,0 0-1-16,0 11 1 0,0 26 2 15,0 27 4-15,-3 28-2 0,-2 15 1 16,0 3-2-16,2-10-2 0,-1-19 3 15,1-8 2-15,2-8-2 0,-1-8-3 16,2-6-1-16,0-6-2 0,2-13 0 16,-2-6 0-16,1-11 0 0,1-3 0 15,-2-3-1-15,0 0-9 0,2-5-17 16,-2-4-39-16,1 0-174 0</inkml:trace>
  <inkml:trace contextRef="#ctx0" brushRef="#br0" timeOffset="90003.03">30067 6810 1898 0,'0'0'0'0,"0"0"-9"0,48 32 9 0,-3-6 0 16,12 12 0-16,3 10 1 0,-2 8-1 15,-4 9 5-15,-10 10 3 0,-1 17-1 16,-9 20-1-16,-10 21 0 0,-10 16 2 16,-10 10-1-16,-4 4-1 0,-2-8 1 15,2-15 4-15,-3-17 4 0,-8-23-1 16,-3-16-5-16,-7-12 0 0,-1-9-3 16,-3-7-3-16,-4-3-3 0,-3-4 0 15,-5-5-18-15,8-10-42 16,2-8-125-16</inkml:trace>
  <inkml:trace contextRef="#ctx0" brushRef="#br0" timeOffset="95486.48">6313 9125 1833 0,'0'0'1'0,"0"0"-2"0,0 0 1 0,0 0-3 16,0 0 1-16,0 0 2 0,0 0 1 15,36 24-1-15,-28-13 0 0,1 1 0 32,0 4 0-32,-1-2 1 0,2 1-1 15,-2-1 0-15,-1-2 1 0,0-2-1 16,1-3 1-16,0-2-1 0,1-4 2 15,1-1 4-15,6-5 8 0,3-3 7 16,6-6-4-16,12-9-5 0,13-10-1 16,13-8-5-16,9-7-3 0,-3 4-1 15,-7 4-1-15,-12 9 0 0,-5 7-1 16,-8 6 0-16,-8 4-11 0,-4 6-19 16,-9 3-25-16,-6 3-94 0</inkml:trace>
  <inkml:trace contextRef="#ctx0" brushRef="#br0" timeOffset="115889.84">11744 13236 1400 0,'0'-1'180'0,"0"0"-167"16,0 0-5-16,-1 0 7 0,1 1 1 16,-1-1 20-16,0 0-1 0,0 0-15 15,0 0-8-15,1 1 1 0,-1 0 0 16,1 0 1-16,-1-2-1 0,0 2-3 16,0 0-1-16,0 0-4 0,-1 0 0 15,0 0-2-15,0 0-2 0,-1 0 1 16,0 0-1-16,-2 3 0 0,1 0 0 15,-1-1 0-15,0 2-1 0,1-2 1 16,0 3 0 0,0-3 0-16,1 0 1 0,-1-1-1 0,4 0 0 0,-1 0 0 15,1-1 0-15,0 0 0 0,1 1-1 16,3-1 1-16,-2 0 5 16,3 0-3-16,2 0 1 0,2-1 1 15,4-3 0-15,-1 1-1 0,3-3-3 16,-1 1 2-16,2 0-2 0,-1 0 2 15,1-1-1-15,-2 2 2 0,-1 0-1 0,-2 1 0 16,-2 0 0-16,-5 1-1 0,-2 1 0 16,0 1 0-16,-2 0-1 0,0 0 2 15,0 0-2-15,0 0 0 0,0 0-1 16,0 0-2-16,2 0-16 0,6 0-18 16,-2 0-52-16,1 0-350 15</inkml:trace>
  <inkml:trace contextRef="#ctx0" brushRef="#br0" timeOffset="116305.44">11743 13389 705 0,'0'0'984'0,"0"0"-963"16,0 0-16-16,-13 0 17 0,11 0 2 15,0-2-10-15,1 2 6 0,1-1-5 16,0 1-3-16,0 0-4 0,5-2-4 16,3 0 0-16,4-3-3 0,4-1 1 15,3 0 1-15,3-1 0 0,0 0 2 16,-1 0 1-16,0 0 3 0,-2 0 0 16,-2 3-1-16,-5 1-1 0,-3 1-4 15,-4 2 0-15,-1 0 0 0,-4 0-1 16,0 0 4-16,0-1 1 15,-1 1-2-15,-2 0-3 0,1 0-1 0,2 0-1 16,0 0-8-16,1 0-22 0,5 0-43 16,-1-1-155-16</inkml:trace>
  <inkml:trace contextRef="#ctx0" brushRef="#br0" timeOffset="119605.24">11643 13294 1492 0,'0'0'12'0,"0"0"-5"0,0 0 7 0,-34-2 21 15,25 1 18-15,-2-1-1 0,2 0-15 16,1 1-9-16,-1-2-8 0,1 0-6 15,0 1-2-15,0 0-1 0,0 0-2 16,0 1 1-16,2 1-1 0,-2 0-4 16,0 0-1-16,2 0-2 0,0 0 0 15,1 0 0-15,2 0 0 0,1 0-1 16,1 0-1-16,1 0 0 0,0 0 1 16,2 2-1-16,4 1 0 0,0-1 1 15,3 0-1-15,3 1 1 0,1-1-1 16,4 0 0-16,2 0 0 0,4 0 0 15,2-1 1-15,3 0-1 0,8-1 0 16,9 0 0-16,9 0 0 0,5-1-1 16,2 1 1-16,-1-1 1 0,-2 0 1 15,3 0-2-15,4 1 3 0,0-2-1 16,4 2 1-16,3 0 0 0,1-2 1 16,5 0 1-16,2-2-1 0,3 0 0 15,4-2 0-15,1 1-1 0,-5 0 1 16,3 1-2-16,0 0 2 0,2-2-2 15,-2 1 0-15,0-1 3 0,-2 2-2 16,-4 0-1-16,-5-1 1 0,0 0 0 16,-5 1-1-16,0 1 0 15,-4-1 0-15,-4 0-1 0,-2 1 1 16,-8-1-2-16,-2-1 1 0,-7 4 0 0,-5-3 0 16,-6 2 1-16,-7 0-2 15,-6 0 3-15,-3-1-2 0,4 2 0 0,-2-2 1 16,2-1 0-16,-4 3 0 0,-2-1 1 15,-6 1 0-15,0 1-1 0,-2-1 0 16,-4 1 0-16,-1 0 0 0,1 0 0 16,-2 0-1-16,0 0 0 0,0 0-1 15,0 0 0-15,0 0 0 16,-3 0-8-16,-4 5-21 0,0-1-41 0,-3-1-225 16</inkml:trace>
  <inkml:trace contextRef="#ctx0" brushRef="#br0" timeOffset="122827.55">12474 13375 1750 0,'0'0'3'0,"0"0"2"0,0 0 8 0,0 0 0 16,0 0-3-16,-22-4 1 0,20 4-1 16,2 0-3-16,0 0-1 0,0 0-1 15,0 0-2-15,0 0 0 16,0 0-3-16,0 0 0 16,2 1 0-16,6 2 0 0,2 1 0 0,5-1 0 15,6 1 0-15,5 0 1 0,12-1-1 16,16-3 0-16,13-2 1 0,9-5-1 15,-3-4 0-15,0-1 1 0,-11 0-1 16,4 1 0-16,1 1-1 0,0-2 1 16,-3 3 3-16,0 0-2 0,-3 4 2 15,-5-1 4 1,-5 3 2-16,-6 0 1 0,-8 2-4 16,-7 1 0-16,-8 0-2 0,-7 1-1 0,-4 1-1 0,-1-1 1 15,0 1-2-15,-1-1 1 0,-6 0-2 16,0-1 1-16,-1 0 0 0,-2 1-1 15,0-1 2-15,0 0 0 0,-3 0 0 16,1 0-2 0,-1 1-3-16,-3 1-22 0,3-1-24 0,-2 0-113 0</inkml:trace>
  <inkml:trace contextRef="#ctx0" brushRef="#br0" timeOffset="124123.03">16009 13253 1761 0,'0'0'2'0,"0"0"-1"15,0 0 1 1,0 0-1-16,-6-8 0 15,3 6 0-15,-1 0 4 0,-1 0 5 16,1 0-2-16,1 0 2 0,-3 0 0 16,4 1-2-16,-4 0-2 0,2-1 0 15,-1 1 1-15,0-1-1 0,3 2-2 16,-1-1-1-16,0 1 0 0,1-1-1 16,2 1-1-16,0-1 0 0,0 1-1 15,0 0 1-15,0-1-1 0,0 1 1 16,0 0-1-16,2-1 1 0,1 1-1 15,2 0 0-15,1-2 0 0,5 2 0 16,-3-1 1-16,5 0-1 0,4-1 0 16,-1 1 1-16,6-1-1 0,2 0 0 15,2-1 0-15,8 0 0 0,7-1 0 16,11 0 1-16,3-2-1 0,-1 2 0 16,-3 1 0-16,-4-1 1 0,5 1-2 15,0-1 1-15,5 1 0 0,1 0 0 16,4 0 0-16,1 2 2 0,2-2-2 15,-2 2 0-15,4 1 0 0,-1-1 0 16,-2 0 0-16,2 0 0 0,0 1 0 16,5-2 0-16,0 1 1 0,5-1-1 15,-1 0 1-15,-3 0 0 0,4-1-1 16,-2 0 1-16,5 0 0 0,1 0 0 16,3 1 0-16,2 2 0 0,0-2 1 15,-4 1-2-15,1 0 0 0,-1 1 1 16,0 1-2-16,2-1 2 0,1 0-1 15,-2 0 1-15,-1 1 1 0,-1-1 1 16,1 1 0-16,-1 0 0 0,1-1 1 16,3 0 1-16,-2 0-2 0,-3 0-1 15,-2 1 0-15,-1-1 0 0,-3 0-2 16,-2-1 1-16,-3 0-1 0,-1 0 1 16,-4 0-1-16,-3-1 1 0,-4 0 0 15,-5 0-1-15,-4 0 1 16,-1 0-1-16,-4 1 2 0,-2 0 0 0,-3 0 2 15,-4-2-3-15,-5 1 1 0,-7 0-1 16,-4 0 1-16,-4 1-1 0,4-1 0 16,1-2 0-16,-1 1-1 0,-2-1 0 15,-5 1 1-15,-1-2-1 0,-5 3 0 16,0-1 0-16,-1 2 0 0,-3 0 0 16,0 1-3-16,-7-3-20 0,2 1-28 15,-3 0-99-15</inkml:trace>
  <inkml:trace contextRef="#ctx0" brushRef="#br0" timeOffset="136982.31">15888 13263 1375 0,'0'0'33'0,"0"0"-24"16,0 0-7-16,0 0 0 15,-19 12 4-15,11-9-3 0,3-1 6 16,-3 0 10-16,1-2 9 0,2 1 19 15,-2-1 15-15,1 1-15 0,1-1-12 16,-1 0-4-16,3 0-1 0,-2 0-4 16,2 0-6-16,3-1-8 0,-3 1-3 15,3 0-2-15,0 0-1 0,0 0-3 16,0 0 1-16,-2 0-2 0,2 1-1 16,0 2 0-16,-3-3-1 0,3 3 0 15,0 0 1-15,0 2-1 0,0 0 1 16,5 2 0-16,1 1-1 0,1 0 2 15,5 3-2-15,4-2 1 0,3 1 0 16,3-1-1-16,6 1 0 0,7 0 0 16,11 1 0-16,11 0 1 0,9-1-1 15,4-1 1-15,-1-3-1 0,-4-4 0 16,3 2 1-16,3-3 0 0,3 0 5 16,4 0 3-16,4-1-3 0,3 0-1 15,1 1 3-15,4 0-2 0,2 0-2 16,-1 1 2-16,-1 0-3 0,5 0 0 15,0 0-1-15,2 1 1 0,1-2-1 16,-3 1-1-16,3-1-1 0,-1 1 0 16,3-1 1-16,0 3 0 0,2 0 0 15,-3 0 0-15,1-1-1 0,2-1 1 16,-1-1-1-16,2 0 0 0,-3 0 1 16,-1-1-1-16,-1-4 1 0,0 0-1 15,0 0 0-15,-3-2 2 0,0 1 0 16,-6 0 2-16,-4-2-1 0,-2-1 0 15,-1-2 0-15,-3 2-1 16,-2-5 1-16,-5 2 0 0,-4 0-1 16,-5-2 0-16,-5 1-1 0,-4 0 0 0,-4-1-1 15,-3-1 2-15,-4 1-1 16,-4-2 0-16,-9 4-1 0,-8 1 1 0,-5 3 1 16,-4 0-2-16,2-1 1 0,-2-1-1 15,0 0 1-15,-4 2 0 0,-3 0 0 16,-2 2 0-16,-2 2 2 0,-2 0 1 15,0 0-2-15,0 2-1 0,-3 0-1 16,-1 1-2-16,-1 0-5 0,-12 1-10 16,2 2-44-16,-4-2-302 0</inkml:trace>
  <inkml:trace contextRef="#ctx0" brushRef="#br0" timeOffset="142282.54">9531 13293 1326 0,'0'0'182'0,"0"0"-86"0,0-2-43 15,0 1-17-15,0 0-3 0,0-1 1 16,-1 0-13-16,0 1-7 0,1-1-5 15,-1 2-1-15,-1 0 0 0,1 0-1 16,-2 0-1-16,1 0 2 0,0 0 0 16,1 0-1-16,-1 0-5 0,1 0 1 15,-1 0-2-15,1 0-1 0,0 0 0 16,-1 0 1-16,2 2-1 0,0-1 0 16,-1 0 0-16,1 0 1 0,0-1 0 15,0 0-1-15,0 0 2 0,0 0 0 16,0 0 2-16,0 0 1 0,0 0 2 15,0 0 0-15,0 0-3 0,0 0 0 16,0 0-2-16,0 0 0 16,1 0-1-16,0 0 1 0,1-1-1 0,0 0 1 15,0 0 0-15,1 1 0 16,1-2-1-16,1 2 1 0,1-2-1 0,0 1 2 16,0-2-1-16,2 0 0 0,1 1-1 15,2-1 1-15,1 1-2 0,1 0 0 16,2-1 0-16,2 1 1 0,0 0-1 15,3-1 0-15,3 2 0 0,0 0 0 16,3-1 0-16,3 0 0 0,1 1 0 16,6 0 0-16,8-1 0 0,5-1 0 15,5 1 0-15,-4 1 0 0,-4-1 0 16,0 2 0-16,0 0 0 0,5 0 0 16,4 1 0-16,-1-1 0 0,4 0 1 15,0 2-1-15,-1 0 0 0,2 1 0 16,0-1 0-16,2-2-1 0,2 1 1 31,2 0 0-31,2 1 1 0,2-1-1 16,1 0 0-16,0 0 0 0,-2 0 0 15,1 0 0-15,1 1 0 0,0 0 0 16,2 0 0-16,3 1 0 0,-1-1 0 16,1 1 0-16,-2 1 0 0,0 0 0 15,0-1 0-15,1 1 0 0,3 0 0 16,2-1 1-16,0 2-1 0,-1-1 0 15,2 0 0-15,-3 1 0 0,2 0-1 16,5 0 1-16,-3-1 0 0,4-2 0 16,1 2 1-16,-2-2-1 0,-1 0 0 15,3 1-1-15,2-2 1 0,2 1 0 16,0 0 1-16,3 0-1 0,-6 2 0 16,1-2 0-16,3 0 0 0,2 2 0 15,0-1 1-15,-1-2-1 0,1 5 1 16,-3-3-1-16,-2 1 0 0,4-3 0 15,-1 2 0-15,3-1 1 0,-1-1 0 16,-3-1 0-16,2 0 2 0,1 0 2 16,0 0-2-16,2 1 0 0,0-2 0 15,0-2-2-15,-1-1 0 0,1 2-1 16,1-2 1-16,2 1-1 0,0-1 0 16,2-1 1-16,-2 0-1 0,1-2 0 15,1 2-1-15,1-2 1 0,2 0 1 16,-2 0-1-16,0-2 0 0,0 2 0 15,3-1 0-15,1 0 0 0,0 0 0 16,-2 0 1-16,0 0-1 0,1 1 0 16,-1-2 0-16,0 1 0 0,1 0 0 15,-6 1 0-15,2 0 0 0,-1-2-1 16,0 2 1-16,1 2 1 0,-3-2-1 16,-1 1 0-16,-3 0 0 0,1 1 0 15,0 0 0-15,0-1 1 0,-3-1-1 16,-1 0 1-16,0 0-1 0,-1 0 0 15,1 0 0-15,0-1 3 0,0 0-1 16,-3 1-2-16,-3-2 2 0,-2 2-2 16,-1 1 0-16,0-1 1 0,-2 1-1 15,-2-1 1-15,-4-1-1 0,-4 2 0 16,-5 1 0-16,-2 0 0 16,-4 0 0-16,-2 1 0 0,-5 0 1 0,-2-1-1 15,-5 2 0-15,-4-1 0 0,-1 1 0 16,-6 0 1-16,-6 1 1 0,-8 1 2 15,-3-1 1-15,-2 2 0 0,1 0-2 16,0 0-1-16,1 0 0 0,-3 0-1 16,-3 0 0-16,-2 0 0 0,0 0 1 15,-3 0-1-15,-2 0 0 0,0 0-1 16,-1 0 0-16,-2 0 1 0,0 0-1 31,0 0 0-31,0 0-1 0,-2 0-1 16,-3 0-10-16,2 0-9 0,-9 5-8 15,2 0-26-15,-3-5-120 0</inkml:trace>
  <inkml:trace contextRef="#ctx0" brushRef="#br0" timeOffset="146378.17">9950 12397 1719 0,'0'0'9'0,"0"0"5"0,0 0 19 16,-32-32-9-16,19 25-11 0,-2 2-4 15,-2 0-2-15,-3 4 2 16,-3 1 0-16,-3 6-5 0,-4 3-4 0,-8 7 2 15,-7 9-1-15,-7 10 1 0,0 6-1 16,6 2-1-16,7 0 0 0,5-1 0 16,7 1 1-1,4 3-1-15,5 2 2 0,6 4-2 16,6 2 0-16,4 5 0 0,2 1-2 16,6 0 2-16,5-3 0 0,6-3-2 15,5-5 2-15,3-6-3 0,5-2-5 16,3-5 0-16,2-4 2 0,1-4 3 15,3-4 1-15,-1-6 2 0,1-7-1 16,0-4-2-16,-2-7 2 0,-2-5 1 16,-6-5 0-16,-3-4 1 0,3-8-1 15,6-11 0-15,-1-2 1 0,4-12-1 16,-5-1 1-16,-8 5-1 16,0-9 0-16,-7 4 0 0,-2-3 0 15,-5-1 1-15,-2-1 1 0,-4 2 4 16,-2 1 9-16,-3 1 1 0,-5 3-2 15,-3 6-1-15,-4 3-3 0,-1 9-2 16,-1 7-2-16,-1 5-1 0,-2 2 3 16,-11-2 2-16,-12-1-6 0,-15 2-3 15,-9 9 0-15,0 6 0 0,0 13-1 16,2 7-4-16,-2 6-18 0,15-3-16 16,8 0-58-16</inkml:trace>
  <inkml:trace contextRef="#ctx0" brushRef="#br0" timeOffset="153038.04">10870 16358 1835 0,'0'0'4'16,"0"0"-3"-16,0 0 1 0,0 0 0 16,0 0-1-16,0 0-1 0,2-20 0 31,3 20 0-31,3 3 0 0,2 0 0 16,1 3 0-16,2-1-1 0,2 3 0 15,3 1 0-15,0 2 0 0,4-1 0 16,2 1 1-16,4 1 0 0,2-2 0 15,8 3 0-15,9 2 1 0,11 2-1 16,5 0 0-16,-1-1 0 0,2-2 0 16,-1-2 0-16,5 2 1 0,2 0-1 15,1-1 0-15,4 1 0 0,3-1 0 16,4-1 0-16,5 2 0 0,-1-2 0 16,5 0 0-16,2-2 1 0,0 1 0 15,3-3 1-15,-1 2 3 0,4 0 2 16,0-2 1-16,2-1 0 0,-6 0-1 15,1-2 1-15,-3-2-2 0,0 3-2 16,-6-2 2-16,-1 0-1 0,-8 0 0 16,-5-3-2-16,-3 1 1 0,-7-2-1 15,-1 0-1-15,-7 0 1 0,-3 1-1 16,-6-2 0-16,-7 0-1 0,-9 1 0 16,-9-1 0-16,-5 0-1 0,-4 1 0 15,1-1 0-15,-2 1 0 0,-2 0 0 16,-8 2-4-16,-1 1-50 0,-5-1-124 15</inkml:trace>
  <inkml:trace contextRef="#ctx0" brushRef="#br0" timeOffset="158154.82">7148 16333 1664 0,'0'0'7'0,"0"0"1"0,-8-35 12 0,4 21 9 0,0 1 5 0,-2 3-3 15,1-1-6-15,0 4-2 0,1 0-5 16,-1 0-3-16,2 3-9 0,0 1 1 16,-2 2 0-16,3 0-2 0,0 1-1 15,2 0-4-15,0 2 0 0,0 5-1 16,1 7-1-16,3 6 4 0,4 11-2 16,2 9 1-16,1 9 0 0,3-1 0 15,-2-5-1-15,-1-4 0 0,-1-5 0 16,-3-7 0-16,-1-4 0 0,0-7 0 15,0-4 1-15,-1 1-1 0,0 0 0 16,2-2 0-16,-2-5-1 16,1-4 0-16,-1-2 0 0,-1 0-1 15,0-4-2-15,-1-3 1 0,0-3 1 0,0-3 1 16,3-3 0-16,-3-1 1 16,-1-3 0-16,-2-1 0 0,0-3 1 0,-2 1-1 15,-1-2 1-15,0 0-1 0,0-1 1 16,1 1-1-16,-1 1 0 15,2 3 1-15,-1 3-1 0,0 1 1 16,1 5 1-16,-1 2 0 0,2 3 0 16,-1 1-1-16,1 2 0 0,0 2 1 15,0 2-2-15,4 2 1 0,1 3-1 16,2 3 0-16,2 3 1 0,1 1-1 16,1 2 0-16,1 2 0 0,-1-1 0 15,2 0 0 1,-1 0 1-16,0-2-1 0,2 0 0 0,-1-1 0 0,1-2 0 15,-1 1 0-15,1-3 0 0,-2-2 0 16,1-2 0-16,1-3 0 0,-3-1 0 16,1-3 0-16,-1-5 0 0,-1-2 1 15,1-1 0-15,-1-3 0 16,-1-4 1-16,1-1 0 0,-1-3 0 16,-1-3 1-16,-1-2-2 0,-2-1 1 0,0 0-2 15,-2 0 2-15,-2 0-2 0,0-1 1 16,-1 1 0-16,-3 1 2 0,-2-1-2 15,-3 1 3-15,-1 2-2 0,-1 0 1 16,-4 1 1-16,0 3 0 0,-2 1-1 16,-1 2-1-16,-4 4 0 0,0 3-1 15,-1 2 0-15,-2 5-1 0,1 3-2 16,0 2 0-16,1 6-4 0,1 4 1 16,1 2-2-16,4 4-8 0,-2 13-17 15,6-5-29-15,2 0-129 0</inkml:trace>
  <inkml:trace contextRef="#ctx0" brushRef="#br0" timeOffset="159368.62">7798 16762 1771 0,'-2'-4'5'15,"-1"-2"-3"-15,1 0 1 0,0 0 2 16,-1 3 4-16,2-1 5 0,-2 3 2 0,1 0-6 0,-1 1-8 31,0 0 0-31,0 3-2 0,2 4 1 16,0 6-1-16,1 3-1 0,1 8-1 15,6 9 1-15,1 7 0 0,2 9 1 16,4 2 0-16,-2-7 1 0,-1-10 0 16,-1-11-1-16,-4-8 0 0,2 2 0 15,2 1 0-15,1-2 0 0,1 2 0 16,2-4 0-16,-1-6 0 0,-1-1 0 15,1-7 1-15,0 0 2 0,-1-2-1 16,0-7 0-16,-1-3-1 0,1-4-1 16,-1-3 1-16,-2-5-1 0,1-1-2 15,-3-4 2-15,-1-2 0 0,-1-2 0 16,0-5 0-16,0-10 0 0,-3-2 1 16,-2-2 0-16,-3 7-1 0,-4 13 0 15,1 10 0-15,1 6 1 0,-1 1-1 16,-3 0 2-16,-4-1 1 0,-3-1 1 15,-3 3-3-15,-2 4 2 0,-3 2-2 16,-3 4-1-16,0 4-1 16,-1 4 0-16,-1 6 0 0,0 4 0 0,2 4 0 15,-2 2 1-15,4 4 0 0,3 1 0 16,2 3 0-16,2 2-2 0,7 6 2 16,6 6-1-16,5-5 0 15,4-4 0-15,8-7-1 0,6-8 0 0,6 1 2 16,11-3 0-16,14-10 1 15,11-8-1-15,7-12 4 0,0-9-1 0,-7-2 2 16,-9-1 0-16,-5 3 0 16,-7-1-1-16,-9 7-1 0,-9 5-2 0,-9 5 1 15,-3 4-2-15,-2 2 0 16,-1 1 0-16,-6 5-11 0,-1 6-27 16,-5 1-64-16</inkml:trace>
  <inkml:trace contextRef="#ctx0" brushRef="#br0" timeOffset="162269.62">14368 16932 1899 0,'0'0'1'0,"0"0"0"0,-33-2 0 16,28 1-1-16,2 0 1 0,0 0 0 16,3 0 0-16,0 1-1 0,8 0-1 15,6 0 1-15,8 1-1 0,16 1 1 16,17-1 0-16,21-1-1 0,9-1-1 15,7-6-1-15,3-1 3 0,1-4-1 16,7 0 1-16,9-2 0 0,3-3 1 16,5 2-1-16,2-2 2 0,1 0 3 15,-2 1 0-15,-3-1 7 0,-6 3-1 16,-6 1 1-16,-7 3-1 0,-7 0-4 16,-13 2 1-16,-11 1-5 0,-14 3-1 15,-10-1-2-15,-13 4-1 0,-8-5-12 16,-9 2-29-16,-8-2-84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617.08099" units="1/cm"/>
          <inkml:channelProperty channel="Y" name="resolution" value="1090.7789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8-20T08:46:35.3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27910 15330 1674 0,'-1'0'30'0,"1"0"-21"15,-2 0 9-15,1 0 9 0,-2-1-6 16,1-1-4-16,-1 1-6 0,1-1 1 16,-1 0-2-16,1 0 0 0,0 0-1 15,1 2-2-15,-1 0 1 0,1 0 2 16,1 0 1-16,0 0 0 0,0 0-1 16,0 0 0-16,0 0-4 0,3 0-2 15,1 0-2-15,3 0 1 0,6-1 2 16,5 0-3-16,6 0 1 0,4-2-1 15,7 0 0-15,8 0-1 0,-6 0 0 32,-4 1 1-32,-6-2-2 0,-7 1 1 0,-1-1 0 0,1-1 0 0,-4 0 0 15,-5 1-1-15,-2 1 1 0,-4-1 1 16,-3 4-2-16,0-1 2 0,-2-1-1 31,0 2-1-31,0-2 0 0,-2 0-10 0,-2 2-4 0,1-1-5 0,0 1-12 31,-1 0-15-31,-4 2-29 0,2 3-96 0,-2-1-1421 0</inkml:trace>
  <inkml:trace contextRef="#ctx0" brushRef="#br0" timeOffset="320.25">28003 15393 1641 0,'0'0'23'0,"0"0"6"0,0 0 4 16,0 0 4-16,0 0-11 0,0 0-3 16,-6 2-3-16,12-2-2 0,7 0-5 15,4 0 2-15,5 0-1 0,5-1-4 16,3-1-4-16,7-2-2 0,-5 2 2 16,-1-1 4-16,-2 0-5 0,-9 2-2 15,-1-2-1-15,-4 1 0 0,-5 0-2 16,-4-1 3-16,-2 1 3 0,-3 0 3 15,-1 2-1-15,0 0-2 0,0 0-3 16,0 0-1-16,0 0-2 0,-2-1 0 16,0 0 0-16,0 0 0 0,0 1-2 15,-1 0-11-15,1 0-2 0,-2 0-24 16,2 4-36-16,-2-3-63 0</inkml:trace>
  <inkml:trace contextRef="#ctx0" brushRef="#br0" timeOffset="3126.05">2821 16759 1759 0,'0'0'6'0,"0"0"-4"0,0 0 2 0,0 0-1 0,0 0 1 0,21 0 2 15,-10 0 0-15,0 0 0 0,2-2-2 16,4 0-1-16,-2 1 0 0,4 1-1 16,1-1-1-16,2 0 1 0,3 0-1 15,7-2 2-15,7 2 0 0,12-2 0 16,4-1-1-16,1-1-1 0,-1 2 0 16,-5-2-1-16,4-2 0 0,2 2 0 15,2-2 1-15,3 0-1 0,0 0 0 16,3 0 0-16,8-1 1 0,0 0 0 31,3 0-1-31,1 1 0 0,0 0 2 0,1 1 0 0,1-1 1 0,2 1 4 16,3-2 0-16,2 1-1 0,0 0 0 15,-2-1 0-15,-2 1-3 0,0-1 2 16,-3 0-2-16,-2 2-2 0,-3 1 3 16,-4 2 1-16,-5 2 0 0,-5 1-1 15,-4 0-2 1,-3 4-1-16,-4 2 0 0,0-2-1 0,0-1-22 0,-10-3-39 31,-8 0-188-31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617.08099" units="1/cm"/>
          <inkml:channelProperty channel="Y" name="resolution" value="1090.7789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8-20T08:41:26.0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1760 3593 1878 0,'0'0'1'0,"0"0"0"0,0 0 0 15,-27-39 1-15,19 30 8 0,-3 1 7 0,-5-1-7 0,0 5-7 16,-1 3-1-16,1 1 2 0,-3 5-3 16,0 6 1-16,3 4-1 0,-1 5-1 15,1 4 0-15,5 2 0 16,3 2 0-16,4 1-1 15,4 0 1-15,3-1-1 0,5-3 1 16,4-4-2-16,-1-2 1 0,6-4 1 0,-2-6 0 0,2-2 1 16,2-7 0-16,0-3-1 0,-3-7 1 15,3-5 0-15,-2 0-1 16,-4-5 0-16,1-1 0 0,-3 0 1 16,-6 0 0-16,0 0 0 0,-2 0-1 15,-3 1 1-15,0 4 1 0,-3 2 0 16,1 4 3-16,-1 3 2 0,0 3 0 15,1 2 1-15,-1 0-3 0,3 2-4 16,0 1-1-16,0 4-3 0,3 5 2 16,2 6 0-16,6 6 1 0,3 11 1 15,7 11-1-15,9 15 1 0,4 3-1 16,-2 4 1-16,-2-4-1 0,-6-5 1 16,6 0-1-16,-3-2 0 15,-2-3 1 1,0 2-1-16,-7-4 0 0,2 0 0 0,-2-1 0 0,-6-4 1 0,-2-1 0 15,-3-4-1-15,-7-7-2 0,0-6-1 16,-5-8-1-16,-2-8 3 0,-1-2-6 16,-2-1 5-16,-5-5 2 0,-3-3-2 31,-2-6 2-31,-1-11-1 0,-5-16 1 16,0-15 1-16,-4-20 1 0,3-9-2 15,7-5 0-15,5 0 0 0,5 3-1 16,6-1-3-16,4-1-9 0,8 9-24 15,0 19-20-15,3 16-103 0</inkml:trace>
  <inkml:trace contextRef="#ctx0" brushRef="#br0" timeOffset="3749.12">1881 3280 1777 0,'-6'-7'9'0,"-2"2"1"0,2 1-3 0,0 1 8 16,1 2 2-16,0 2-5 0,3 5-10 15,-1 6-1-15,3 4 0 0,0 12 2 16,8 11 4-16,5 6 1 16,4 7-2-16,2-6-1 0,3-5 3 0,-1-6-3 15,-1-7 0-15,-4-6 1 16,1-6-5-16,-2 0 2 0,4 1 1 0,3 1-2 31,2-2-1-31,-1-2-1 0,2-4-1 16,-1-5-1-16,-3-2-15 0,6-6-22 15,-5-2-23-15,-6-3-135 0</inkml:trace>
  <inkml:trace contextRef="#ctx0" brushRef="#br0" timeOffset="4180.96">2076 3405 1875 0,'0'0'45'0,"0"0"-45"16,-7-35-5-16,7 20 5 0,1 1 0 15,3 1 1-15,4 4 1 0,1 3-2 16,1 2-2-16,3 4 1 0,-1 4 1 16,4 6 0-16,-2 5 0 0,2 6 1 15,-5 5 0-15,2 2-1 0,-4 0 1 16,-1 0-1-16,-2-1 0 0,-1-3 1 16,-3-3 0-16,-2-3-1 0,0-7 0 15,0-2 1-15,0-6 0 0,-2-2 2 16,-1-2 1-16,1-6-2 0,-2-5-2 15,1-5-3-15,1-6 3 0,0-9 0 16,2-10-1-16,0-9 0 0,0-3 1 16,0 2 0-16,2 6 1 0,-2 10-1 15,0 9 0-15,0 7 0 16,0 9 1-16,0 1-1 0,-2 2 1 0,1 1 6 16,-1 1 0-16,0 5 0 0,-2 1-7 15,3 6-1-15,-1 5 0 0,2 5 1 16,0 5 0-16,3 10 0 0,9 10 0 15,1 8 0-15,5-6 1 0,-4-8-1 16,0-13-1-16,-3-5 1 0,3-2 0 16,4 0-2-16,2 0-19 0,10-6-10 15,-3-5-55-15,-6-4-47 0</inkml:trace>
  <inkml:trace contextRef="#ctx0" brushRef="#br0" timeOffset="5733.55">2506 3246 1794 0,'-2'-2'9'0,"2"-3"-7"0,0 0 0 0,-1 1 13 0,0-1 5 15,1 4 0-15,-1 0-2 0,1 1-7 16,0 0-11-16,0 4 2 0,2 4-2 16,2 2 3-16,2 5 1 0,1 3 0 31,-1-1 2-31,4 2-3 0,0-1-2 0,-1 0 1 16,0-4-2-16,0-1 1 15,-1-5-1-15,0-2 0 0,2-5-17 16,2-9-13-16,-4-3-13 0,-1-3-241 0</inkml:trace>
  <inkml:trace contextRef="#ctx0" brushRef="#br0" timeOffset="5860.63">2486 3139 1943 0,'0'0'0'0,"0"0"-2"0,0 0-21 16,0 0-4-16,0 0-67 0</inkml:trace>
  <inkml:trace contextRef="#ctx0" brushRef="#br0" timeOffset="6116.43">2455 2742 1950 0,'0'0'0'0,"0"0"-29"0,39-15 24 16,-15 15 5-16,3 2 0 0,9 15 1 16,10 13 3-16,8 17 1 0,1 11 2 15,-9 4 0-15,-4 2 1 0,-11-2 4 16,-5 1-3-16,-3 2-4 0,-5 0 0 16,-5 0-3-16,-3-7-1 0,-4-8 0 15,-3-4 0-15,0-10-1 0,-3-8-7 16,-3-5-24-16,-5-7-43 0,1-5-216 0</inkml:trace>
  <inkml:trace contextRef="#ctx0" brushRef="#br0" timeOffset="7156.45">3074 2864 1627 0,'-3'2'130'0,"0"-1"-126"0,-2 0-3 0,2 1 7 0,0 1 17 0,0-2 1 0,0-1-7 0,1 1-2 16,1 0 0-16,1 0-1 0,0-1-3 15,0 0 1-15,0 0-4 0,1-1-6 16,4-1-3-16,1-5 1 0,8 0 0 16,-1-6 1-16,9-2-2 0,1-5 0 31,4-2-1-31,-1-1 0 0,11-7 1 16,-5 4-1-16,-2-1 0 0,8-2 1 15,-11 5-1-15,1 2 1 0,-5 2-1 16,-8 9 1-16,-5-1 0 0,-2 6 1 15,-4 4 0-15,-4 2 1 0,-4 0 3 16,-1 6-5-16,-4 3-1 0,-3 5-6 16,-5 1-11-16,-8 13-12 0,4-3-29 15,3-5-122-15</inkml:trace>
  <inkml:trace contextRef="#ctx0" brushRef="#br0" timeOffset="7493.96">2995 2671 1887 0,'0'0'2'0,"0"0"-2"0,0 0 0 0,0 0 2 16,0 0 6-16,0 0 3 0,-1-23-5 16,1 24-6-16,-2 6-1 0,2 1 0 15,0 7 2-15,-3 4-1 0,2 3 5 16,-1 1-1-16,0 1-2 0,2-2 0 16,0-4 0-16,4-2-1 15,0-5-1-15,1-1 1 0,4-6-1 0,4-1 0 16,4-4 0-16,16-15-20 0,-3 1-36 15,-4-2-154-15</inkml:trace>
  <inkml:trace contextRef="#ctx0" brushRef="#br0" timeOffset="8198.23">3758 2276 1813 0,'0'0'46'0,"0"0"-46"0,0 0 0 16,-20-34 0-16,14 28 1 0,-3 1 11 15,-2 4-8-15,-2 1-2 0,1 2-1 16,-1 7 0-16,1 3 1 0,-2 5 1 15,7 3 0-15,0 3 0 0,3 1-2 16,1 1 1-16,3-3-1 0,3-1 0 16,1-2-1-16,1-4 0 0,0-3-1 15,3-4 0-15,-3-5 0 0,3-2 1 16,0-1 3-16,1-6-1 0,-1-3 1 16,0-4-1-16,-1-2 0 0,2-1 1 15,-3-3-2-15,-1 1 1 0,0 2 4 16,0 1 3-16,-2 4 1 0,0 1 2 15,1 4-1-15,0 4-6 0,1 1-5 16,1 1 0-16,5 7-1 0,3 7-1 16,1 5 2-16,8 12 0 0,4 11 2 15,6 11-1-15,0 5 1 0,-4-3-1 16,-4-5 1-16,-5-6-1 0,-5-3 1 16,0 0-1-16,-5-7 1 0,-4-5-2 15,-4-8 2-15,-2-6-2 0,0-3 0 16,-5-2 0-16,-2 1-2 0,-3-4 1 15,1-5 1-15,-3-3-1 0,-1-11 1 16,0-4 0-16,0-9-1 0,-3-10 1 16,2-14 0-16,0-13 0 0,2-5-2 15,5 3-7-15,6 3-1 0,1 8-11 16,3 15-17-16,-1 5-56 0</inkml:trace>
  <inkml:trace contextRef="#ctx0" brushRef="#br0" timeOffset="9349.78">4083 1961 1261 0,'-7'-4'598'0,"2"2"-598"0,0 0 0 16,-1 1 0-16,0 2 2 0,-2 5 3 15,2 6 0-15,1 3-1 0,0 6 1 16,5 12 1-16,6 9 3 0,6 9-2 16,5 4 0-16,3-5-1 0,-1-5 1 15,1-9-1-15,-1-7-3 0,-4-7 0 16,-2-4-2-16,0-2-1 0,2 0 1 16,4 1-1-16,2-1-9 0,6-2-20 15,-6-6-24-15,-2-5-51 0</inkml:trace>
  <inkml:trace contextRef="#ctx0" brushRef="#br0" timeOffset="9765.98">4188 2044 1912 0,'0'0'17'0,"0"0"-17"0,0-34-4 15,4 21 4-15,1 3 3 0,3 4 3 16,0 3-3-16,2 3-1 0,1 0 0 15,3 7-2-15,2 4 2 0,-2 6-1 16,0 4 0-16,0 2 1 0,-3 4-1 16,-3 0-1-16,1-2 0 0,-4-1 0 15,0-3-2-15,-2-5 1 0,0-4 0 16,-2-3-1-16,-1-5 2 0,0-4 0 16,0-2 0-16,-1-7-1 0,-2-5-8 15,1-6 1-15,1-5-4 0,0-4-2 16,0-10 2-16,2-7 6 0,-1-7 5 15,0 1 1-15,0 6 1 0,0 12-1 16,0 14 0-16,0 6 2 0,-2 6 16 16,0 1-2-1,1 1 6-15,-1 3-4 16,-1 2-8-16,0 1-10 0,2 7 0 16,-3 4 0-16,3 6-1 0,1 4 1 15,-1 5 1-15,4 8 0 0,6 8-1 16,3 7 0-16,5-2 1 0,0-12-1 15,-2-8-4-15,-2-12-13 0,9 5-18 16,-4-5-38-16,2-2-271 0</inkml:trace>
  <inkml:trace contextRef="#ctx0" brushRef="#br0" timeOffset="9965.87">4617 1992 1949 0,'0'0'6'0,"0"0"-5"0,0 0-1 0,0 0 2 16,0 0-2-16,0 0-3 0,4 0 0 15,2 9 3-15,3 3 0 0,1 4 1 16,-1 3-1-16,4-1 0 0,-2 0-5 16,5 4-16-16,-1-4-30 0,-5-7-52 0</inkml:trace>
  <inkml:trace contextRef="#ctx0" brushRef="#br0" timeOffset="10101.54">4614 1929 1973 0,'0'0'13'0,"0"0"-13"16,0 0-10-16,0 0 1 0,0 0-12 15,5-41-55-15,1 28-773 16</inkml:trace>
  <inkml:trace contextRef="#ctx0" brushRef="#br0" timeOffset="10340.77">4575 1450 1884 0,'0'0'123'0,"0"0"-123"0,0 0-12 0,12-37 8 0,-2 30 4 15,1 4-3-15,2 3 0 0,7 10 2 16,2 6-1-16,11 14 2 0,6 20 1 16,3 22-1-16,2 14 0 0,-9 5 1 15,-8-3 1-15,-9-10 1 0,-2-4-1 16,-4-6 1-16,-4-8-1 0,0-10-2 16,-2-6 0-16,-3-11-9 0,-1-8-36 15,-2-11-77-15</inkml:trace>
  <inkml:trace contextRef="#ctx0" brushRef="#br0" timeOffset="11539.99">5326 2127 1673 0,'-2'1'0'16,"-2"-1"-2"-16,-4 0-6 0,1-2 8 15,-3-3 58-15,0-3-13 0,-1-2-16 16,1-3-4-16,1-2-5 0,-1-4-11 16,3 0-1-16,1-3 1 0,1-1-1 15,3 0-2-15,1-2-1 0,1 1-1 16,3 0-1-16,2 2-3 15,3 3 3-15,0 2-1 0,4 2-1 0,0 2 0 16,0 3-1-16,0 4 0 0,1 1 0 16,1 5-1-16,-2 2 1 0,2 7 2 15,-1 2-2-15,0 4 1 0,-1 4-1 16,-1 3 1-16,-2 2 0 0,-2 1-1 16,0 2 0-16,-2-1 0 0,-1-1 1 15,-1-1 0-15,-2-4-1 0,2-3 0 16,-2-6 1-16,0-3-2 0,0-5 1 15,-1-2-1-15,0-1 1 0,0-3 4 16,0-6-4-16,-1-5-7 0,-1-3 6 16,-1-4-1-16,2-3-3 0,-1-2 3 15,2 0-1-15,0 0 0 0,0-1 0 32,2 2 1-32,-1 1 1 0,2 2 1 0,0 3 1 0,1 1 2 0,-1 4 1 31,0 5-1-31,2 2-2 0,-1 4 1 15,0 0-1-15,1 3-1 0,-1 5 3 16,2 2 1-16,1 3-4 0,1 4 1 16,1 4-1-16,-1 3 1 0,2 2 0 15,0 2-1-15,0 2 0 0,0-2 0 16,2 0 0-16,-2-4 1 0,-1-3-1 16,1-3 0-16,-2-4 0 0,-2-3 0 15,0-2 0-15,-1-6-1 0,1 0 1 16,-1-6 2-16,-1-4 0 0,0-3-2 15,1-5-4-15,-2-2-1 0,0-2 1 16,0-1 4-16,2-4 0 0,-4 2 0 16,1-2 0-16,-1 1 1 0,0 0-1 15,0 3 3-15,0 3 1 0,0 5 1 16,-1 3 2-16,1 4 4 0,-1 5-2 16,0 2-1-16,2 1-8 0,1 3-3 15,1 6 3-15,2 4 1 0,2 2 0 16,1 4-1-16,0 1 1 0,2 0-1 15,-1 0 1-15,1-3 0 0,0 0-1 16,0-3 0-16,-2-3 1 0,1-4-1 16,-3 0 0-16,0-6 0 0,-2-1 0 15,0 0 1-15,1-5 1 16,-1-4-2-16,-2-1-1 0,-2-5-1 16,1-2-2-16,-1-1 0 0,-1 0-1 15,0 2 3-15,0 4 1 0,0 2 1 16,0 4 1-16,0 3 4 0,1 2 3 15,0 1-7-15,2 0 0 0,1 5-1 0,3 1 2 16,1 4-1-16,0 1 0 0,1 1-1 16,1-1 0-16,3 2-23 0,-3-5-6 15,0-5-133-15</inkml:trace>
  <inkml:trace contextRef="#ctx0" brushRef="#br0" timeOffset="11700.3">5783 1545 2045 0,'-3'-6'0'0,"0"1"-13"0,-1 0 10 0,2 0 2 0,2 0-5 0,6-2-31 32,1 1-41-32,2 0-137 0</inkml:trace>
  <inkml:trace contextRef="#ctx0" brushRef="#br0" timeOffset="12244.04">5996 1706 1662 0,'0'0'98'0,"0"0"-97"0,0 0-1 16,0 0 4-16,0 0 7 0,0 0 5 16,-31-39 1-16,28 28-1 0,1-2-8 15,2-1 4-15,0-1 3 0,0 1-7 16,4-1 0-16,1 0-6 0,1 1 2 16,1 2-2-16,0 2 0 0,2 2 0 15,-1 2 0-15,0 2 2 0,2 4 1 16,0 0 0-16,1 2 0 0,0 6-1 15,1 1 1-15,-1 6 0 0,-1 1-3 16,-1 3 0-16,-2 1-1 0,-1 0 1 16,0-1 0-16,-2-3-1 0,-1-2-1 15,-1-3 0-15,-2-3 1 0,0-2-1 16,0-3 1-16,0-3-1 0,0 0 6 16,-2-4-2-16,-1-5-2 0,0-2-2 15,0-4-1-15,-2-4 1 0,1-3 0 16,2-2-2-16,1-2-1 0,1 2 0 15,0 1 1-15,3 4 2 0,2 3 1 16,2 5 1-16,-1 3 0 0,1 3-1 16,1 3 1-16,2 2-2 0,0 2 1 15,0 5-1-15,1 1 1 0,-1 4 0 16,0 1 0 0,0 2 1-16,-2 1-1 0,0 0 0 0,-1 1-1 0,1-1 0 15,0-1-11-15,4 1-12 0,-2-5-70 16,-2-4-197-16</inkml:trace>
  <inkml:trace contextRef="#ctx0" brushRef="#br0" timeOffset="12515.48">6586 1119 1943 0,'0'0'0'0,"0"0"-7"0,-5-44 7 0,-2 32 7 15,-1 3 0-15,-1 7-5 0,0 2-2 0,-2 7-3 16,2 8 3-16,0 9-3 0,-2 17 1 16,4 20 2-16,3 21 1 0,4 2 0 15,7-2 2-15,7-9 2 0,2-11 3 32,3 0 0-32,1-5 0 0,4-7-3 15,3-5 0-15,5-7-3 0,2-7-1 16,3-8 6-16,3-6-6 0,-1-8-1 15,2-7-2-15,-1-6-29 0,-10-3-24 16,-8-3-96-16</inkml:trace>
  <inkml:trace contextRef="#ctx0" brushRef="#br0" timeOffset="12995.41">6966 1127 1727 0,'-2'-5'147'0,"1"-1"-145"0,1 3-1 0,-1-1 0 0,1 3 9 0,0 1-6 15,3 0-4-15,2 4-1 0,2 5 1 16,2 7 4-16,2 7 0 0,1 12-1 16,1 12 1-16,1 13 1 0,1 0 1 15,-4-8 2-15,-2-14 0 0,-4-12-5 16,-2-9 0 0,0-3-3-16,-1 1 1 0,1 0 0 0,1-1-1 0,-1-5 0 15,1-5-1-15,7-4-24 0,-3-4-44 16,0-5-1710-16</inkml:trace>
  <inkml:trace contextRef="#ctx0" brushRef="#br0" timeOffset="13267.44">7367 1455 1938 0,'0'0'12'0,"0"0"-10"0,0 0 7 16,0 0 14-16,0 0-9 0,0 0-7 15,10-8-7-15,-8 17 1 0,-1 7 1 16,-1 12 0-16,0 13-1 0,-3 9-1 15,-3 2-4-15,0-9-26 0,3-15-39 16,-2-12-193-16</inkml:trace>
  <inkml:trace contextRef="#ctx0" brushRef="#br0" timeOffset="14241.74">7910 621 1844 0,'0'0'0'0,"0"0"-11"0,0 0 3 0,-2 8 7 0,1-3 1 16,1 2 1-16,-1 0-1 0,4-2-2 15,2-1 2-15,0-2 0 0,0-1 2 16,0-1 0-16,1-3 3 0,0-2 3 16,-1-2-1-16,0-2-4 0,-1-1-1 15,-1 0 1-15,-2-1 0 0,-1 1 7 16,-1 0 3-16,-3 2-2 0,-1 1 1 16,-1 0 0-16,0 4-1 0,-3 1-6 15,1 2-5-15,-1 1 0 0,-2 6 0 16,-1 5-1-16,-2 6 1 0,1 3 0 15,1 6 0-15,0 7 0 0,6 8 1 16,3-5-1-16,3-7 1 0,1-5 1 16,6-9-2-16,3 0 1 0,1 0-1 15,4-5 1-15,0-3 0 0,2-3 2 16,2-4-2 0,3-1 0-16,-1-4 0 0,1-3-1 0,1-2 0 0,-1-4-7 15,-3 1-18-15,2-6-9 16,-5 3-26-16,-6 2-297 0</inkml:trace>
  <inkml:trace contextRef="#ctx0" brushRef="#br0" timeOffset="15325.98">7754 1178 1869 0,'-6'0'5'0,"0"0"-4"0,0 0 0 0,1 0 8 0,1 0 4 15,2 0-1-15,1 0-2 0,1 0 5 16,2-1-8-16,4-3-5 0,5-2-2 16,9-4-1-16,10-7 1 0,16-8 0 15,15-8 1-15,9-3 0 0,3 0 0 16,3 0 1-16,-5 3-2 0,0 0 1 15,-3 1 0-15,-2 0-1 0,-6 3 1 16,-6 2 1 0,-5 4 2-16,-10 2-3 0,-12 7 0 0,-9 4-1 15,-9 7 0-15,-7 2-1 16,-2 1-19-16,-15 11-29 0,1 2-19 0,-6 2-34 31</inkml:trace>
  <inkml:trace contextRef="#ctx0" brushRef="#br0" timeOffset="15677.72">7754 1471 1867 0,'0'0'8'16,"0"0"-8"-16,0 0-1 0,0 0 1 15,-18-34 4-15,17 30 3 0,-1 4-3 16,2 0-4-16,0 2 0 0,0 5-3 16,3 4 2-16,3 7 1 0,2 5 1 15,2 10 2-15,5 10-1 0,3 8 3 16,1 5-2-16,-1-7-1 0,-3-7 0 15,-4-12-1-15,-1-6 0 0,-3-7 0 16,-2-3-1-16,2 1 0 0,-1-2 0 16,0 0-7-16,0-6-8 0,1-7-9 15,-1-5-13-15,-1-3-57 0</inkml:trace>
  <inkml:trace contextRef="#ctx0" brushRef="#br0" timeOffset="15948.28">7834 1403 1761 0,'0'0'78'0,"0"0"-77"15,0 0-1-15,0 0 4 0,0 0 8 16,0 0-12-16,0 0-1 0,0 0 1 16,3 31 0-16,6-7 0 0,3 11 2 15,3 11 0-15,4 10 1 0,-1 5 0 16,0-5 4-16,-1-7 1 0,-2-7 2 15,0-11-1-15,-4-6-4 0,-2-8-1 16,-2-2-2-16,2-3-1 0,1 2 1 16,0-2-2-16,0-5 0 0,-2-7-12 15,6-10-11-15,-4-2-19 0,-2-4-183 16</inkml:trace>
  <inkml:trace contextRef="#ctx0" brushRef="#br0" timeOffset="16524.36">8346 1389 1796 0,'0'0'24'0,"0"0"-23"0,-12-36-1 16,3 20 11-16,-1 0 21 0,0 2-9 15,-4 2-8-15,1 1 1 0,-2 4-5 16,-1 2-6-16,-1 3-5 0,1 2 0 16,-1 6 1-16,4 2 3 0,0 6-4 15,5 2 0-15,1 5-2 16,4 3 1-16,3 2 1 0,2-1-1 16,5 1 1-16,2-5 0 0,1-4 0 0,2-2 0 15,-1-5 0-15,3-3-2 0,-1-4-3 16,2-3-1-16,-3-1-1 0,1-8 3 15,-1-1 1-15,-3-3 1 0,0-1 2 16,-2-3 2-16,-2 2-1 16,-2-2 5-16,0 2 4 0,-1 2 1 0,-2 1 0 15,1 2 1-15,1 2-3 0,-2 3-4 16,2 3-3-16,1 2-2 0,3 4-4 16,1 6 2-16,2 4 2 0,2 6 0 15,2 8 0-15,5 7 1 0,2 13-1 16,4 10 2-16,0 3-2 0,-3-3 2 15,-3-4 0-15,-5-10 0 0,-1-2 1 16,-5-5-3-16,-2-6 1 0,-4-7 0 16,-1-5 0-16,-1-2-1 0,-3 1-2 15,-2 1-3-15,-2-2-8 0,-1-5 13 16,-1-6 0-16,-2-6 4 0,-1-6-1 16,0-7-1-16,-2-7 5 0,1-11 1 15,-3-11-2 1,2-12-3-16,3-6-1 0,5 0-1 0,6 2-1 0,3 5 0 15,8 0-5-15,3 4-7 16,5 2-8-16,-5 13-25 0,-1 7-79 0</inkml:trace>
  <inkml:trace contextRef="#ctx0" brushRef="#br0" timeOffset="16908.13">8727 1065 1855 0,'0'0'10'0,"0"0"-8"0,-5-16 1 0,2 11 11 32,-2 1 8-32,0 4-12 0,-1 0-8 15,0 5-2-15,-1 5-1 0,2 5 0 16,0 6 0-16,1 11 1 0,2 15 0 16,2 10 2-16,4 2 0 0,5-4 2 15,1-11 1-15,3-8 1 0,0-6 0 16,-1-9-3-16,-1-5-2 0,0-1 1 15,3 1-2-15,1 0 0 0,5-2-8 16,-2-4-23-16,5-9 11 0,-4-1-59 16,-4-7-362-16</inkml:trace>
  <inkml:trace contextRef="#ctx0" brushRef="#br0" timeOffset="17321.91">8815 1195 1926 0,'0'0'0'0,"0"0"-15"0,3-45 15 16,3 28 2-16,1 2 1 0,-1 4-1 16,2 2 1-16,0 3-2 0,0 4-1 15,0 2 0-15,0 4 0 0,1 4 2 16,-3 7-1-16,1 5 2 0,-1 6-1 16,-3 10 0-16,1 7 0 0,-3-5 1 15,0-5-3-15,-1-8 2 0,-1-7 0 16,1-1 0-16,0-1-1 0,-1-6 0 15,1-3 0-15,0-4 0 0,0-4 4 16,0-8-1-16,3-5-4 0,3-5-5 16,0-6-1-16,1-3-2 0,1-4 1 15,1-5 5-15,-2 2 2 0,0 1-1 16,-2 3 1-16,-2 5 0 0,0-1 0 16,1 3 0-16,-3 6 1 0,0 2 0 15,-1 7 4-15,0 2 1 0,-1 5 3 16,0 2-5-16,0 0-4 15,-3 4 0-15,2 7-2 0,0 1 2 0,-1 6-1 16,1 6 1-16,1 3 0 0,1 11 0 16,2 7 1-16,6 5 1 0,4-3-2 15,0-10 0-15,0-10 0 0,-2-12 0 16,1-1-15-16,10 5-28 0,-3-3-95 16</inkml:trace>
  <inkml:trace contextRef="#ctx0" brushRef="#br0" timeOffset="17546.21">9196 1223 1915 0,'0'0'9'0,"0"0"-8"0,0 0 1 0,0 0 1 0,0 0 2 15,8 14 0-15,-4-2 4 16,3 3-1-16,0 4-4 0,1 1 0 0,-1 1 5 31,0 0-5-31,1 0-2 0,2-2-2 16,-2-2 2-16,2-4-2 0,3-2-21 15,-3-3-70-15,-2-5-53 0</inkml:trace>
  <inkml:trace contextRef="#ctx0" brushRef="#br0" timeOffset="17689.28">9211 1081 1984 0,'0'0'40'0,"0"0"-40"15,0 0-16-15,0 0-4 0,0 0-2 16,0 0-49-16,0 0-245 0</inkml:trace>
  <inkml:trace contextRef="#ctx0" brushRef="#br0" timeOffset="18041.21">9194 786 1887 0,'0'0'0'0,"0"0"-45"0,0 0 30 15,0 0 14-15,34-19 1 0,-19 19 1 16,6 5 6-16,4 4 29 0,1 7-19 16,4 4-4-16,-3 5-2 0,-1 4 2 15,0 6-7-15,-3 8-1 0,-5 6 0 16,-5-1 0-16,-9-4-2 0,-3-6 1 15,-1-10 0-15,-1-6-2 0,-1-5-2 16,-1-3 1-16,2 0-1 0,-1 1-3 16,0-4-43-16,-1-4-60 0</inkml:trace>
  <inkml:trace contextRef="#ctx0" brushRef="#br0" timeOffset="18441.93">8982 209 1817 0,'0'0'0'0,"1"-33"-16"16,2 13 16-16,5 0 11 0,5 4-3 15,7 3 2-15,11 0-4 0,13 7 5 16,14 10-1-16,11 13 3 0,0 17-1 16,3 17-1-16,-7 10 2 0,-3 16-3 15,-4 7-3-15,-7 9-3 0,-9 4 0 16,-8-2 0-16,-10-2 0 0,-8-4 1 15,-8-7 0-15,-7-2 3 0,-1-2-1 16,-8-5-1-16,-3-6-2 0,-1-6-1 16,-1-11 0-16,-3-11-1 0,1-7-1 15,1-11-1-15,-10 4-8 0,8-8-33 16,-3-2-65-16</inkml:trace>
  <inkml:trace contextRef="#ctx0" brushRef="#br0" timeOffset="21037.8">2960 5124 1861 0,'0'0'0'0,"0"0"-2"0,0 0-5 0,-36-28 7 0,23 23 7 0,1 1 1 16,-1 4-2-16,-1 0-3 0,1 4-2 15,0 7 0-15,1 3-1 0,2 6 0 16,0 5-1-16,3 8 0 0,4-1 0 16,3-2 0-16,3-1 1 0,5-8-2 15,3 0 1-15,0-5 1 0,2-6 0 16,-1-3-1-16,1-7 1 15,1-3 2-15,-1-6-2 0,0-7-2 16,-2-3-4-16,0-3-3 0,-2-2 1 16,-3-2 6-16,-4-1 2 0,1 4 1 15,-3 0 0-15,0 4 4 0,0 2 8 16,-3 6 1-16,2 0 1 0,0 6 6 0,1 3-7 16,0 2-11-16,0 4-3 0,5 6-3 15,4 6 2-15,5 7 0 0,6 14 2 16,10 18-2-16,11 13 1 0,2 7 0 15,-2-1 1-15,-5-5 2 0,-6-8 1 16,-6-2 0-16,-5-2-1 0,-6-3-1 16,-4-5 0-16,-6-6 0 0,-3-8-2 15,-1-9 0-15,-6-9 0 0,-2-5-3 16,-4-6 1-16,-1-2 2 16,-4-2 0-16,-4-2-2 0,-1-10 2 15,0-5 2 1,1-8 0-16,-3-10 4 0,-2-11-1 0,-1-16 0 15,4-7-3-15,8 0-2 0,5 1 0 16,9 6 0-16,2 3-11 0,8 3-6 0,2 3-16 16,1 14-34-16,-1 7-315 0</inkml:trace>
  <inkml:trace contextRef="#ctx0" brushRef="#br0" timeOffset="21292.22">3333 4878 1911 0,'0'0'0'0,"0"0"-2"0,0 0 2 0,0 0 0 0,-28-11-2 0,20 21 1 16,2 6 0-16,-1 15 1 0,5 14 0 15,1 17 0-15,4 7 3 0,10-3-3 16,4-6 3-16,3-10 1 0,5-7 3 15,2-5-1-15,-1-9-2 0,-5-8-4 16,1-7 0 0,5-1-1-16,6-1-15 0,8-3-19 15,-5-4-30-15,-10-5-234 0</inkml:trace>
  <inkml:trace contextRef="#ctx0" brushRef="#br0" timeOffset="21739.76">3574 4914 1950 0,'0'0'0'0,"0"0"-11"0,7-37 4 16,1 23 6-16,0 4 2 0,0 1 0 16,2 6-1-16,2 2 0 0,2 3 0 15,2 8 1-15,-3 5 1 16,4 4-1-16,-4 7 0 0,-1 7-1 15,-3 8 1-15,-3 4 0 0,-3-3-1 0,-3-12 2 16,0-10-2-16,0-8 1 0,0 0-1 16,0-2 0-16,0-3 1 0,0-3 0 15,0-4 2-15,0-9-2 0,0-6-1 16,0-6-9-16,4-7-9 0,0-8-7 16,5-10 4-16,-2-4-5 0,-1 0 10 15,-2 12 9-15,-2 11 6 0,-2 9 1 16,0 2 1-16,0 1 5 0,0-1 11 15,-2 0 6-15,-2 5-2 0,2 4 2 16,-1 3-7-16,-1 3-7 0,0 1-4 16,0 1-5-16,1 6-1 0,1 1 1 15,2 5 1-15,0 4 0 0,2 3-1 16,4 5 2 0,2 3-2-16,4 9 1 0,5 5 0 0,7 5-1 0,-1-5 0 15,-1-12-1-15,-3-10-11 0,7-3-17 16,-3-5-14-16,0 0-72 0</inkml:trace>
  <inkml:trace contextRef="#ctx0" brushRef="#br0" timeOffset="21946.74">4038 4906 1873 0,'0'0'10'0,"0"0"-9"15,0 0 4-15,0 0 6 0,0 0-1 0,4-17-5 16,2 21-4-16,2 5 2 0,2 3 0 16,0 5 0-16,4 3-1 0,-3 3 0 15,1 1-1-15,-2-1-1 0,5 1-11 16,-3-6-46-16,0-8-47 0</inkml:trace>
  <inkml:trace contextRef="#ctx0" brushRef="#br0" timeOffset="22089.74">3996 4802 1749 0,'0'0'239'0,"0"0"-239"16,0 0-11-16,0 0-11 16,-2-35-23-16,8 26-52 0</inkml:trace>
  <inkml:trace contextRef="#ctx0" brushRef="#br0" timeOffset="22391.82">4030 4313 1901 0,'0'0'0'16,"0"0"-9"-16,0 0 7 0,48-6-1 16,-26 13 3-16,4 9 0 0,8 14 9 15,11 22 5-15,7 21 1 0,3 15-1 16,-7 3 7-16,-6-4-3 0,-12-8-5 16,-6 1-3-16,-9-4 0 0,-2-2-4 15,-8-6-3-15,-3-11 0 0,-2-10-2 16,-5-15-1-16,-2-11-2 0,4-8-10 15,-7-9-14-15,1-2-26 0,-4-2-115 16</inkml:trace>
  <inkml:trace contextRef="#ctx0" brushRef="#br0" timeOffset="23269.38">5120 4143 217 0,'1'-6'1601'0,"-1"-3"-1598"0,0-1 0 0,2 1 1 0,0-1 5 15,-1 4 11-15,2 1 3 0,-3 2-9 16,0 2-3-16,0 1-5 0,0 0-3 15,1 5-3-15,-1 5-1 0,0 4 1 16,0 7 0-16,-1 9 1 0,1 12 1 16,-5 9-1-16,-1 2 1 0,1-2-2 15,-1-4 1-15,1-11 1 0,2-5 1 16,-2-8 1-16,3-9 1 0,1-2 4 16,0-1 0-16,1 0 0 0,0-1-3 15,1-4-3-15,4-4 0 0,3-2 1 16,2-1-1-16,5-5-2 0,4-5 0 15,5-3-1-15,3-4-4 0,8-5-15 16,-4 1-6-16,8-5-18 0,-7 7-55 16</inkml:trace>
  <inkml:trace contextRef="#ctx0" brushRef="#br0" timeOffset="23461.78">5152 4770 1893 0,'0'0'16'16,"0"0"-9"-16,0 0-6 0,0 0 13 0,0 0-2 15,0 0 1-15,43-22-6 0,-12-1-7 16,13-7 0-16,13-12-15 0,-7 7-39 16,-11 5-72-16</inkml:trace>
  <inkml:trace contextRef="#ctx0" brushRef="#br0" timeOffset="23913.66">5943 3868 1873 0,'0'0'0'0,"0"0"-17"0,0 0 6 15,0 0 4-15,35-43 7 0,-27 27 6 32,1-1-3-32,-3 0 3 0,0-2 2 15,-2 2 3-15,-1 1-1 0,-3 1 0 16,0 3-3-16,-2 3 6 0,-3 2 3 15,-1 2-10-15,-3 4 1 0,-2 1-7 16,0 4 2-16,-4 5-2 0,-2 7 0 16,-2 8 0-16,-4 12 0 0,0 14 0 15,-1 12 2-15,4 2 0 0,9-3 0 16,6-11 1-16,6-8 2 0,5-12 0 16,2-9 0-16,4-7 3 0,2-4-1 15,7-3-3-15,10-3 0 0,14-4-1 16,13-16-1-16,4-9 1 0,0-6-2 15,-6-4-1-15,-7 1 0 0,-7-1-6 16,-7 4-3-16,-9 3-3 0,-4-2-10 16,-8 11-21-16,-6 1-51 0</inkml:trace>
  <inkml:trace contextRef="#ctx0" brushRef="#br0" timeOffset="28581.45">2281 7435 1779 0,'0'0'3'0,"0"0"-3"16,0 0 0-16,0 0 0 0,7 8 3 15,-4-6 8-15,-1-2 0 0,3 0 4 16,-2 0-7-16,-1-3 0 0,3-1 1 16,-3-1 2-16,-1-1 3 0,1-1-2 31,-1 1-6-31,0-2 1 0,-1 1-1 15,0-1-1-15,-1 1 0 0,-3-1 0 16,-3 1 0-16,2 1 0 0,-4 0-1 16,-2 3-1-16,0 0 0 0,-2 2-1 15,-1 1 0-15,-2 1 0 0,2 5-2 16,-2 2 0-16,0 4 0 0,1 3 0 16,2 6-1-16,-1 1 1 0,4 7 0 15,4 3 0-15,1 5 0 0,5 8 0 16,8 6 0-16,7-2 0 0,5-6 0 15,-1-12 2-15,-2-12-1 0,0-3 1 16,0-3 0-16,5 1-1 0,4-1 1 16,3 0-1-16,-1-3 1 0,1-5 0 15,-3-3 1-15,-2-2 0 0,-2-4 0 16,-3-3-2-16,-1-3-1 0,-3-1-1 16,-3-3-11-16,-1-8-25 0,-4 3-48 15,-3-1-309-15</inkml:trace>
  <inkml:trace contextRef="#ctx0" brushRef="#br0" timeOffset="28810.63">2654 7332 1954 0,'0'0'10'0,"0"0"-9"0,0 0 6 0,0 0 2 16,0 0 1-16,0-5-3 0,0 0-7 16,2-2-4-16,4 0-18 0,8-4-17 15,-3 1-42-15,3 1-158 0</inkml:trace>
  <inkml:trace contextRef="#ctx0" brushRef="#br0" timeOffset="28932.83">2774 7485 1879 0,'0'0'30'0,"0"0"-24"16,0 0-1-16,0 0 14 0,0 0-13 16,0 0-6-16,27-56 0 0,-11 26-59 15,1-2-215-15</inkml:trace>
  <inkml:trace contextRef="#ctx0" brushRef="#br0" timeOffset="29381.84">3071 7138 1846 0,'0'0'15'16,"0"0"-11"-16,0 0 5 0,0 0 2 15,0 0 4-15,-33-20 7 0,27 14-2 16,1 0-10-16,3-3-4 0,-1 1-1 15,3-3 2-15,0 0 0 0,0-2-2 16,0-2 0-16,5 0-4 0,-2-2-1 16,7 2 1-16,-1 0-1 0,-1-1 0 15,4 4 1-15,-2-1-1 0,4 4 0 16,0 2 0-16,-1 2 0 0,1 4 0 16,-1 1 0-16,3 4 0 0,-2 5 0 15,1 4 3-15,-2 4-2 0,-3 5 1 16,2 9 0-16,-4 6 0 0,-3 11-2 15,-5 1 2-15,0-3-1 0,-4-1 0 16,-4-6-1-16,1-2 1 0,-2-5 0 16,2-8-1-16,3-7 1 0,1-2 0 15,-1-2 1-15,4-1 0 0,-2-2 1 16,2-4-1-16,5-6 2 0,5-3 2 16,6-8 0-16,6-8 1 0,14-9-3 15,8-9-3-15,10-8-1 0,0 0 0 16,-4 4 0-16,-6 6-3 0,-6 6-9 15,-1-1-10-15,-9 8-23 0,-7 4-85 0</inkml:trace>
  <inkml:trace contextRef="#ctx0" brushRef="#br0" timeOffset="30805.43">5477 5631 1809 0,'0'0'6'15,"0"0"-2"-15,0 0-3 0,-22-42 4 16,11 30 25-16,-3 3-15 0,-1 3 1 16,-2 1-7-16,-1 4-4 0,-2 2-2 15,0 6 1-15,0 5-2 0,0 4 0 16,4 2 1-16,0 4-3 0,7 3 0 16,2 0 0-16,4 2-1 0,3-4 1 15,5-2-1-15,1-2 1 0,2-5-4 16,2-5-7-16,3-2 9 0,0-6 2 15,2-1 4-15,-1-7-2 0,1-3-1 16,-3-4 0-16,0-4 0 16,0 0-1-16,-3-1 1 0,-2 0 0 0,0 1-1 15,-4 1 2-15,0 2 1 0,-1 5 8 16,-2-1 2-16,0 5 1 0,0 3-2 16,0 2 0-16,0 1-6 0,0 2-6 15,1 6-3-15,5 7 2 0,4 9 1 16,9 12 0-16,9 16 1 0,10 16 0 15,7 7-1-15,-1-3 2 0,-1-7 0 16,-2-6 0-16,-3-3 1 0,-2-3 4 16,-1-1 0-16,-3-3-4 0,-5-3-1 15,-7-1-2-15,-5-5 0 0,-7-3 0 16,-6-7 0-16,-2-8-7 0,-4-6-4 16,-4-5-8-16,-3 2 2 0,-7-4-3 15,-6-2 2-15,-7-5 8 0,-12-8 10 16,-6-16 0-16,-3-9 9 0,4-7 6 15,8-7-3-15,7-1-1 0,4-8-5 16,4-7-1-16,7-8-3 0,4-4-2 16,6-3-3-16,9 0-7 0,3-2-15 15,5 18-33-15,2 11-56 0</inkml:trace>
  <inkml:trace contextRef="#ctx0" brushRef="#br0" timeOffset="31156.52">5858 5310 1928 0,'0'0'3'0,"0"0"-2"0,-10-36-1 0,7 25 0 0,-2 4 2 15,-1 3 3-15,0 4 2 0,-1 2-4 16,1 8-3-16,3 5-1 0,-1 12 1 16,4 12 2-16,4 11 0 0,6 3 0 15,6-2-1-15,2-7 1 0,2-5-2 16,0-3 0-16,3-4 0 0,-2-7 0 15,-4-5-4-15,-1-11-8 0,0-1-12 16,12-2-14-16,-3-1-33 0,-3-4-236 16</inkml:trace>
  <inkml:trace contextRef="#ctx0" brushRef="#br0" timeOffset="31572.08">5957 5360 1946 0,'0'0'6'15,"0"0"-6"-15,-13-44 0 0,12 26 0 16,1 1 0-16,5 3 1 0,1 3-2 16,5 3 1-16,0 3-3 0,4 4 0 15,2 1 2-15,0 8 1 0,1 5-1 16,-1 5 0-16,-2 4 0 16,-2 4 1-16,-3 2 0 0,-3 2 0 0,-3-1 1 15,-3-2-1-15,-1-3 0 0,-1-5 1 16,-2-3-1-16,-2-4 1 0,2-5 0 15,-2-5 1-15,1-2-1 0,1-6-1 16,0-6-6-16,0-5-2 0,2-5 0 16,1-2 2-16,1-4 3 0,3-2 3 15,0-1 0-15,0-1 0 0,0 0 2 16,-1 0-1-16,-3 3 3 0,0 3 3 16,0 2 0-16,-3 6 2 0,0 4-5 15,-1 5 2-15,1 4 3 0,0 3-5 16,-1 2-1-16,1 2-3 0,1 5-1 15,1 6-1-15,1 6 1 0,0 6 1 16,3 10 1 0,6 9 0-16,3 5 0 0,3 0 1 0,1-12-1 0,-3-9-1 15,-1-13 1-15,-1-2-1 0,5-2-4 16,13-5-12-16,-3-1-32 0,-2-5-95 16</inkml:trace>
  <inkml:trace contextRef="#ctx0" brushRef="#br0" timeOffset="31763.17">6391 5289 1939 0,'0'0'21'0,"0"0"-20"16,0 0-1-1,0 0-2-15,0 0 2 0,12 19 0 0,-2-7 0 0,3 2 1 16,1 2-1-16,2 2 0 15,-1-1 0-15,0 0-2 0,3-3-27 16,-4-6-39-16,-3-3-169 0</inkml:trace>
  <inkml:trace contextRef="#ctx0" brushRef="#br0" timeOffset="31922.31">6371 5198 1973 0,'0'0'7'0,"0"0"-6"0,0 0 0 16,0 0-1-16,-4-44-12 0,11 33-25 15,3-3-107-15</inkml:trace>
  <inkml:trace contextRef="#ctx0" brushRef="#br0" timeOffset="32257.6">6391 4707 1902 0,'0'0'3'16,"0"0"-3"-16,0 0-4 0,0 0 1 15,0 0 1-15,46-21 1 0,-25 31-1 16,3 8 2-16,10 14 0 0,9 19 2 15,6 21 5-15,0 13 4 0,-7 3 4 16,-11-2 2-16,-11-8 0 0,-4-6-1 16,-5-5-3-16,-6-6-1 0,-3-8-2 15,-2-7 0-15,0-12 1 0,-2-10-4 16,0-10-3-16,1-6-2 0,-1 0-2 16,2-2 0-16,-2-3 0 0,2-3 0 15,-1-3 0-15,0-5-5 0,-1-4-24 16,-2-11-12-16,1 1-44 0,-3-1-785 15</inkml:trace>
  <inkml:trace contextRef="#ctx0" brushRef="#br0" timeOffset="35425.94">4814 5841 1688 0,'0'0'77'0,"-36"-61"-75"0,17 26 5 15,1 2 7-15,2 5-1 0,5 7 14 16,-1-1-9-16,-1 1-1 0,4 5-4 16,3 7-9-16,2 4-1 0,3 4-3 15,1 2-1-15,5 8-2 0,5 10 3 16,8 15 0-16,9 17 7 0,10 25-2 16,9 10 0-1,3 6-2-15,1 3-1 0,-2-8-1 0,-4 2-1 0,-2-3 1 16,-4-4 0-16,-2-7 0 15,-3-11 1-15,-6-9 5 0,-2-10 3 16,-7-12-9-16,-5-8-1 0,-5-8 0 0,-1-3 0 16,1-1-10-16,1 3-9 0,0-1-25 15,-4-8-66-15</inkml:trace>
  <inkml:trace contextRef="#ctx0" brushRef="#br0" timeOffset="36056.19">6692 4482 1813 0,'-9'-24'1'0,"2"2"-1"0,5 13 4 15,0 2 4-15,1 2 7 0,-1 2 4 0,0 0-10 16,2 3-7-16,0 0-2 0,4 7-6 15,2 7 3-15,9 15 3 0,9 20 0 16,12 25 6-16,6 12 0 0,3 6-2 16,1-3 0-16,-7-11-3 0,-1 3 0 15,-3-7 1-15,-2-3 0 0,-3-5 3 16,-2-8 6-16,-1-4-4 0,-1-7-2 16,-3-5 0-16,-2-5 0 0,-5-7-3 15,-6-7 0-15,-3-6 0 0,-4-3 0 16,2-1-1-16,-4-1 1 0,0-1-1 15,-2-4 1-15,1-6 1 0,-3-1 0 16,-3-1 0-16,-2-5-3 0,0-1-4 16,-2-3-13-1,-5-11-20-15,3 2-55 0,1-2-1423 0</inkml:trace>
  <inkml:trace contextRef="#ctx0" brushRef="#br0" timeOffset="36312.15">7241 4592 1955 0,'0'0'2'0,"0"0"0"0,0 0-1 0,0 0 0 0,0 0 1 0,-1 0-2 15,4-4 0-15,2-4-3 0,6-2-25 16,10-8-23-16,-1 0-47 0,-2 3-1158 0</inkml:trace>
  <inkml:trace contextRef="#ctx0" brushRef="#br0" timeOffset="36440.54">7351 4795 1946 0,'0'0'2'0,"0"0"1"0,0 0-3 15,0 0 0-15,0 0-1 0,29-40-16 16,-11 17-43-16,1-2-205 0</inkml:trace>
  <inkml:trace contextRef="#ctx0" brushRef="#br0" timeOffset="37720.51">7957 4016 1848 0,'0'0'4'0,"0"0"-4"0,-28-35 0 0,17 22 0 16,0 2 1-16,0 2 2 0,1 3 4 15,0 2-3-15,2 4 0 0,2 0-1 16,1 3-3-16,1 4 1 0,1 4-1 16,1 5-1-16,1 4 1 0,1 6 0 15,3 2 0-15,4 7 1 0,2-3 0 16,1 0 0-16,2 1-1 0,0-7 2 31,0 5-2-31,0-3 1 0,2-5 1 16,-1-2-2-16,0-5 0 0,-1-3 0 15,-2-5 2-15,2-2-1 0,-2-4 0 16,-1-2 1-16,1-3 2 0,0-6 0 16,1-3-1-16,0-4 0 0,-2-4-1 15,-2-2-1-15,-1-3-1 0,-2 0 0 16,-3-2 0-16,-1 0 0 0,-5-1 0 15,-3 0 0-15,-3-1 0 0,-4 1 2 16,-2 1-1-16,-4 1 1 0,-1 4 1 16,1 3 0-16,-3 3 4 0,1 4-2 15,1 4-1-15,1 2 0 0,2 4-1 16,3 2-1-16,3 2 0 0,3 2-2 16,6 2-1-16,3-1-1 0,6 9-31 15,3-1-19-15,1-1-54 0</inkml:trace>
  <inkml:trace contextRef="#ctx0" brushRef="#br0" timeOffset="37898.23">8189 3966 1965 0,'0'0'8'0,"0"0"-5"15,0 0 1-15,0 0 13 0,0 0-1 0,-20-14-7 16,15 11-4-16,1 2-4 15,2 0-1-15,0 1-5 0,2 0-18 0,3-1-26 16,1 1-67-16,0-1-794 0</inkml:trace>
  <inkml:trace contextRef="#ctx0" brushRef="#br0" timeOffset="38265.35">8352 3645 1707 0,'0'0'178'0,"0"0"-176"0,0 0-1 0,0 0 0 0,-19-36-1 16,13 34 0 0,1 1 3-16,0 1 2 0,1 1-4 15,-1 5-1-15,0 3 0 0,0 4 0 16,0 1 0-16,1 3 0 0,2 1 0 15,1 0 0-15,1-1 0 0,1-1 0 0,3-2 0 16,1-1 0-16,1-4 0 0,1 1-1 16,3-3 2-16,0 0 0 0,5-2 0 15,0 0-1-15,3-1 1 0,1 0 0 16,0 0 0-16,2 0-1 0,-1 2 3 16,-3 3 5-1,0 1-1-15,-3 1 1 0,-2 2-4 16,-3 0 0-16,-3 3-2 0,-5 0-1 15,-1 0 0-15,-3 2 0 0,-5-1-1 16,-2-2-5-16,-5-3-26 0,1-5-46 16,1-5-217-16</inkml:trace>
  <inkml:trace contextRef="#ctx0" brushRef="#br0" timeOffset="38424.19">8278 3671 1933 0,'0'0'47'0,"0"0"-45"15,8-39-2-15,3 22 0 0,3-2 2 16,2 2-2-16,8-3 0 0,9-2 0 16,15-5-9-16,-6 6-58 0,-5 2-228 0</inkml:trace>
  <inkml:trace contextRef="#ctx0" brushRef="#br0" timeOffset="39817.85">1115 3337 1802 0,'0'0'4'0,"0"0"-2"0,0 0 1 0,-11 0-2 0,9 0-1 16,2 0 1-16,0 0-1 0,0 0 2 16,0 0 3-16,0-1 0 0,0-1-1 15,2-2 4-15,6-3-5 0,2-2 0 16,5-3-2-16,4-3 2 0,3-4-1 15,5 0-2-15,3-3 0 0,0 0 1 16,0-1 0-16,-1 1 0 0,-3 1-1 16,-2 1 0-16,-3 6 0 0,-2 0 0 15,-8 5 0-15,-2 2 0 0,-3 2-9 16,-4 5-49-16,-2 0-87 16</inkml:trace>
  <inkml:trace contextRef="#ctx0" brushRef="#br0" timeOffset="40184.8">1136 3303 1501 0,'0'0'7'0,"0"0"1"0,0 0-2 16,0 0 33-16,-37 22 25 0,28-17-10 15,1-3-16-15,0 1-11 0,3-1-6 16,0-2-10-16,1 1-2 0,2-1 1 16,2 0 3-16,0-1 5 0,6-5-11 15,1-2-2-15,2-2-4 0,5-4 0 16,2-3-1 0,5-1 0-16,1-3 1 0,5-3-1 15,3 1 1-15,0 1-1 0,3-3 0 16,-3 3 2-16,-3 0-2 0,-3 3 1 15,-4 4 1-15,-4 2-1 0,-4 4 1 0,-5 2 1 0,-4 3-1 16,0 1 3-16,-3 3 3 0,0 0 5 16,0 0-1-16,-3 1-9 0,1 2-3 15,1 5-18-15,-4-2-33 16,3 0-72-16</inkml:trace>
  <inkml:trace contextRef="#ctx0" brushRef="#br0" timeOffset="41591.26">8680 5385 829 0,'0'0'927'0,"0"0"-897"0,0 0-21 16,-15-39-1-16,8 26 10 0,-4 3 3 15,-1-2-5-15,-1 5-1 0,0 1-7 16,-3 1-2-16,1 4 0 0,-2 1-3 16,-1 4 0-16,0 4-2 0,0 3 0 15,3 3 0-15,0 2-1 0,5 0-1 16,4 4 1-16,3-4-1 15,2 3-2-15,2-1 2 0,4-2-2 0,2-1 2 16,2-2-1-16,2-5 0 0,0-1-1 16,-1-3 0-16,2-3 0 0,-2-1 3 15,-1-5 0-15,2-3 0 0,-4-3 0 16,-1-3 2-16,0 0 1 0,-2-1 0 16,1 0 1-16,-3 0 4 0,-1 2 1 15,-1 1 3-15,1 3 1 0,0 2 0 16,-1 1-3-16,0 4-3 0,2 0-6 15,1 2-1-15,3 4-3 0,4 5 2 16,6 5 1-16,4 5 0 0,2 8 0 16,8 9 0-16,8 11 0 0,2 11 0 15,0 5 1-15,-6-3 0 0,-6-8-1 16,-6-6 1 0,-4-4-1-16,-2-3 0 0,-4-1 0 0,-2-8 0 0,-6-5 0 15,-2-7-1-15,-1 1-3 0,-1 1-3 16,-3-1-2-16,-3 0-3 0,-4-2 9 15,-2-6-1-15,-3-5 4 0,0-6 0 16,-4-3 1-16,1-9 6 0,-2-7-2 16,0-3 4-16,-2-13-2 15,-2-12-5-15,-2-14-2 0,6-11-2 16,4-2-18-16,7 18-22 0,5 11-98 0</inkml:trace>
  <inkml:trace contextRef="#ctx0" brushRef="#br0" timeOffset="41813.16">8282 5185 1916 0,'0'0'5'0,"0"0"-5"0,-3-12-1 0,5 3 1 15,5-5 1-15,4-1-1 0,6-3 0 16,5-4 0-16,21-14-17 0,-7 3-28 16,0 4-58-16</inkml:trace>
  <inkml:trace contextRef="#ctx0" brushRef="#br0" timeOffset="42140.06">9002 4898 1752 0,'0'0'147'0,"0"0"-142"0,0 0-4 16,0 0-1-16,0 0-1 0,0 0 0 15,-21 33 1-15,21-9 0 0,5 7 2 16,5 14 1-16,10 6 0 0,2 5 1 16,3-6 1-16,1-7 0 15,-5-12 0-15,-3-9-3 0,-1-6-1 0,-3-3-1 16,4 1 0-16,2 0 0 0,8-1-5 15,-6-4-49-15,-4-5-68 0</inkml:trace>
  <inkml:trace contextRef="#ctx0" brushRef="#br0" timeOffset="42545.71">9151 4990 1914 0,'0'0'4'16,"0"0"-4"-16,1-43 1 0,3 27-1 15,1 4 2-15,3 4 0 0,-2 3 2 0,3 4 0 16,1 1-1-16,1 4-1 16,0 6-1-16,2 5 0 0,-3 3 1 0,-1 4 2 15,-1 2-2-15,-4 2-1 16,-1 2 0-16,-2-3 0 0,-1-2 0 16,0-2 0-16,-2-6-1 0,1-4 0 15,0-4 1-15,0-5 0 0,0-2 1 16,0-6-2-16,0-5 0 0,1-5-4 15,0-5 1-15,0-10-2 0,0-9-2 16,3-7 0-16,0-2 4 0,1 12 2 16,-1 6 1-16,0 13 0 0,0 2 1 15,0-1-1-15,-1 3 3 0,1 0 3 16,-2 6 3-16,1 3 0 16,-2 3-3-16,0 2 0 0,0 1-5 0,-3 5 0 15,3 2 0-15,-1 6-1 0,1 4 1 16,0 4 0-16,2 1 0 0,4 3 0 31,-1 0 0-31,3 0-1 0,2-1 0 16,3-2-1-16,3-1 0 0,12 3-10 15,-5-7-75-15,0-4-327 0</inkml:trace>
  <inkml:trace contextRef="#ctx0" brushRef="#br0" timeOffset="42737.28">9551 4912 1932 0,'0'0'19'0,"0"0"-18"0,0 0-1 0,0 0-3 0,0 0 3 16,17 21 0-16,-7-7 1 0,3 2-1 15,2 2 0-15,-2 3 0 0,2-1-1 16,2 5-5-16,-3-5-45 0,-4-5-170 0</inkml:trace>
  <inkml:trace contextRef="#ctx0" brushRef="#br0" timeOffset="42865.54">9558 4865 1861 0,'0'0'84'16,"0"0"-84"-16,-8-51-44 0,8 26-14 0,0 1-85 0</inkml:trace>
  <inkml:trace contextRef="#ctx0" brushRef="#br0" timeOffset="43137.62">9554 4344 1946 0,'0'0'14'0,"0"0"-13"15,0 0-1-15,0 0 0 0,0 0-1 16,43-21 0-16,-22 30 0 0,9 12 1 16,12 17 0-16,7 20 0 0,3 12 0 15,-6 8 1-15,-6-1 1 0,-11-10 2 16,-6-2 3-16,-5-3 0 0,-6-6 0 16,-3-3-1-1,-6-5-1-15,-3-3 0 0,0-7-2 16,-3-10-2-16,-1-7-1 0,-1-7 0 0,-1-3 0 0,-8 1-18 15,0-3-45-15,-1-3-220 0</inkml:trace>
  <inkml:trace contextRef="#ctx0" brushRef="#br0" timeOffset="43953.42">10291 4413 1798 0,'0'0'3'0,"0"0"0"0,0 0-2 0,0 0 0 0,0 0 2 16,0 0 11-16,-32 11 0 0,30-9 0 15,2-2-3-15,0 0 1 0,7-2-6 16,5-2 1-16,8-6 0 0,14-5 4 16,17-8-5-16,15-10-2 0,6-3-1 31,-5 0-2-31,-4 1 0 0,-8 5 0 0,-1-1 0 0,0 2-1 0,-2 0 4 31,-5 3 0-31,-5 2 0 0,-11 4 0 16,-10 9 1-16,-7 2-1 0,-6 3 0 15,-3 2-2-15,-1-1 0 0,-2 1 0 16,-2 2 0-16,-6 2-2 0,-2 2-11 16,-16 9-26-16,5-1-47 0,-3 1-427 0</inkml:trace>
  <inkml:trace contextRef="#ctx0" brushRef="#br0" timeOffset="44433.37">10291 4087 1823 0,'0'0'9'0,"0"0"-8"0,0 0-1 0,0 0 0 0,0-4 1 0,-3 9 7 16,-2 4-5-16,-2 2-1 0,-1 5-1 15,-1 3-1-15,-1 1 1 0,0 2 1 16,0 0 0-16,0-1 0 0,1 0 2 16,0-3-1-16,4-1-1 0,3-3-1 15,1-1 0 1,0-1-1-16,3-2-1 0,3-1 1 0,4-1 1 0,2-1 0 15,2-1 1-15,3-1 0 0,2 0 0 16,2-1-2-16,-1 0 0 0,0 2 1 16,1-1-1-16,6 5-26 15,-6-2-39-15,-2-1-375 0</inkml:trace>
  <inkml:trace contextRef="#ctx0" brushRef="#br0" timeOffset="45135.93">11430 3593 1743 0,'-3'-7'89'0,"-1"-1"-83"0,0 0-5 0,-1-1 0 16,-2 3 2-16,1 0 17 0,-2 2-7 15,2 1-8-15,-2 0-1 0,1 3-1 16,1 0-3-16,0 3 1 0,1 3-1 15,0 3 0-15,1 3 0 0,2 4 0 16,1 2-2-16,1 5 1 0,3 1 0 16,3 3 1-16,1-1 0 0,1 2 0 15,1-2 0-15,2 1 0 0,-1-2 0 16,1-2 0-16,1-3 0 0,-1-4 0 16,2-2 0-16,-1-4-1 0,0-3 1 15,0-4 3-15,1-3-1 0,1-1 0 16,-1-7 2-16,0-3-2 0,0-3 1 15,-2-2-1-15,0-4 0 0,-2-1-1 16,-1-1 1-16,-3-1-1 0,-2 2 0 16,-3-3 0-16,-4 3 0 0,-2-1 4 15,-4 0 0 1,-2 1 1-16,-2 0-3 0,-5 2 0 0,1 0 1 0,-2 4-2 16,-1 2 2-16,2 3 0 0,1 3-2 31,1 1 0-31,2 2-1 0,5 3-1 0,2-1 0 15,8 2-6-15,0 3-32 0,3-1-69 16</inkml:trace>
  <inkml:trace contextRef="#ctx0" brushRef="#br0" timeOffset="45295.23">11755 3540 1969 0,'0'0'10'0,"0"0"-8"0,0 0-1 0,0 0 0 15,0 0 5-15,-12 1-1 0,7-1-3 16,0 0-2-16,2 0 0 0,0 0-9 16,1 0-35-1,2-2-92-15</inkml:trace>
  <inkml:trace contextRef="#ctx0" brushRef="#br0" timeOffset="45745.81">12024 3154 1877 0,'0'0'3'16,"0"0"-2"-16,0 0 0 0,0 0-1 15,0 0 5-15,0 0-2 0,0 0-2 16,-34-5 0-16,28 12 0 0,-1 3-1 16,1 0 0-16,-1 3 1 0,2 0-1 15,3 1 0-15,-2 0 1 16,2-1 0-16,2 0-1 0,0-2 1 0,3 2 0 16,2-4-1-16,2 2 0 0,0-2 1 15,3-1 0-15,3 2 1 0,0-2 0 16,2-1 2-16,4 0 0 0,1-1 0 15,0 1 1-15,4 2-2 16,-2 0 1-16,2 3-1 0,-3 1-1 0,0 2 1 16,-3 2-1-16,-2 2 1 0,-5 1-1 15,0 1 0-15,-5 0 0 0,-4-1 0 16,-2 0-1-16,0-2 1 0,-5-1-1 16,-2-1 1-16,-3-2 0 0,0-5-1 15,-2 1 0-15,-2-4 0 0,2-2-1 16,-3-4-11-16,0-4-22 0,2-5-50 15,4 0-1003-15</inkml:trace>
  <inkml:trace contextRef="#ctx0" brushRef="#br0" timeOffset="46110.13">11973 3310 1806 0,'0'0'102'0,"0"0"-99"0,0 0-2 0,-41-1 0 0,36 0 0 0,2-1 2 16,3-1 2-16,1-1 0 0,6-4-3 15,6-2-1 1,3-1-1-16,12-4 0 0,11-3 0 0,7-6 0 16,5 0-2-16,-5 4 2 0,-7 1-3 0,-12 8 3 15,-5 2 0-15,-9 0 1 0,-1 5-1 16,-3-1 3-16,-1-1 0 0,0 3 1 15,-5 0 1-15,-2 2 2 0,-1 1-1 16,0 0-2-16,-1 0-1 0,0 0-1 16,-1 0-1-16,2 0-1 0,0 0 0 31,0 0-1-31,0 0-3 0,0 0 1 16,2 1 0-16,2-1 0 0,-1 2 2 15,1-2-4-15,0 1-8 0,-2-1-27 16,0 0-13-16,-2 0-44 0,0 0-826 15</inkml:trace>
  <inkml:trace contextRef="#ctx0" brushRef="#br0" timeOffset="48357.16">7134 8099 1802 0,'-6'-11'8'0,"1"-1"-6"15,-1-3 2-15,-1-1 9 0,-1 1 11 0,-1 3-4 16,1 1-3-16,0 4-1 0,-2 2-7 16,2 2 0-16,1 3-6 0,-1 3-1 15,-1 6-2-15,1 5 0 16,1 6 0-16,2 5-1 0,0 2 1 0,2 1-1 16,1 0 0-16,2-4 0 0,0-5 0 15,2-4 0-15,2-5-2 0,-2-4 0 16,1-4 1-16,0-2 2 0,0-2 3 15,0-5 0-15,1-3-1 0,1-4-1 16,2 0 0-16,-2-5 0 0,1 2-1 16,-1-2 2-16,3 3-2 0,1 1 0 15,0 4 1-15,1 7-1 0,4 4 0 16,1 4-1-16,5 10 0 16,7 12 1-16,5 16-1 0,4 14 1 15,-1 5 1-15,-7 0 0 0,-6-7 0 16,-10-11-1-16,-4-3 1 0,-4-4-1 15,-4-9 1-15,-2-8-1 16,-3-6 1-16,-4-5 1 0,-2 0 1 0,-4-4 0 16,-2 2-1-16,-2-7 0 0,0-4 1 15,0-6 2-15,-1-7 3 0,2-6-6 16,0-14 0-16,2-12-1 0,6-14 0 16,7-4-2-16,6 3-3 0,11 8-7 15,7 9-3-15,4 2-11 0,-5 15-24 31,-3 5-47-31</inkml:trace>
  <inkml:trace contextRef="#ctx0" brushRef="#br0" timeOffset="48771.32">7285 7690 1815 0,'0'0'56'0,"0"0"-51"0,-16-16-3 0,12 13 4 0,1 2 6 15,1 1-3-15,2 5-8 0,0 7-1 16,4 7 0-16,5 13 2 0,5 12-1 16,6 13 6-16,5 6-3 0,2-4 1 15,1-2 1-15,-3-11-1 0,0-4 1 16,3-7-4-16,-7-8-1 0,0-7 0 15,-5-8-1-15,-1-5 0 0,10-4-8 16,-5-3-30-16,-1-2-49 0</inkml:trace>
  <inkml:trace contextRef="#ctx0" brushRef="#br0" timeOffset="49171.02">7457 7727 1920 0,'0'0'5'0,"0"0"-5"15,0 0-1-15,0 0 1 0,0 0-2 16,0 0 1-16,0 0 1 0,38-26 0 16,-23 36 1-16,0 1 1 0,1 6-1 15,-2 4 0-15,-1 1 0 0,-3 2 1 16,-3 1-1-16,-3-2 1 16,-3 0 0-16,-2-4-1 15,-1-5 0-15,-2-2 1 0,0-5-1 0,0-5 1 0,1-2 4 16,0-6 0-16,0-4-2 0,1-4-2 15,0-6-2-15,0-2 0 0,1-4 0 16,1-3-1-16,1-2 0 0,-1 0-1 16,0-3 1-16,0 4 1 0,2 2 0 15,0 5 1-15,-1 6 0 16,0 7-1-16,0 5 1 0,-1 5-1 0,1 1 0 16,-1 6-1-16,2 7 1 0,-1 5 1 15,1 4 0-15,3 10 2 0,0-4-1 31,4 3 2-31,-1-2-3 0,2-2 1 16,1 0-1-16,3 0-1 0,0-3 0 16,3-6 0-16,7-3-15 0,-5-8-41 15,-2-7-129-15</inkml:trace>
  <inkml:trace contextRef="#ctx0" brushRef="#br0" timeOffset="49353.81">7836 7700 1909 0,'0'0'7'0,"0"0"-3"0,0 0-1 0,0 0-1 15,0 0-1-15,0 0 10 0,11 36 0 16,-3-20-7-16,1 1 0 0,1-1-4 16,-1 3 1-16,0-3-1 0,2-1-1 15,-4-4-33-15,-2-5-133 0</inkml:trace>
  <inkml:trace contextRef="#ctx0" brushRef="#br0" timeOffset="49474.9">7756 7590 1960 0,'0'0'2'0,"0"0"0"15,0 0-2-15,0 0-3 0,-4-40-18 0,12 28-46 16,0 0-362-16</inkml:trace>
  <inkml:trace contextRef="#ctx0" brushRef="#br0" timeOffset="49705.53">7819 7206 1629 0,'0'0'201'0,"0"0"-198"0,0 0-2 0,0 0-1 0,0 0-18 0,0 0-47 32,-35 30-480-32</inkml:trace>
  <inkml:trace contextRef="#ctx0" brushRef="#br0" timeOffset="49969.48">7778 7312 1795 0,'0'0'5'15,"0"0"-3"-15,0 0 3 0,0 0-2 16,0 0 4-16,0 0 11 0,0 0-4 16,-10-36-6-16,13 32-5 0,1 4-2 15,4 0 0-15,1 2-1 16,3 7 1-1,5 5 1-15,2 7 1 0,4 14 4 16,8 15 0-16,3 15 6 0,0 9-5 16,-9-1 3-16,-7-10-4 0,-9-9-5 15,-5-5-2-15,-4-9 0 0,-2-9 1 16,-2-10-1-16,-2-9 0 0,1-4-1 16,-7-5-14-16,2-2-52 0,-1-1-175 15</inkml:trace>
  <inkml:trace contextRef="#ctx0" brushRef="#br0" timeOffset="50254.65">7998 7047 1888 0,'0'0'0'0,"0"0"-1"0,0 0-1 16,36 55 2-1,-10-9 0-15,9 21 1 0,6 13 3 0,1 6 2 0,-1 2 2 16,-6-5-3-16,-2 1 7 0,-6-6-5 16,-5-6-1-16,-6-4-3 0,-4-5-2 15,-4-4-1-15,-4-5 1 0,-4-5-1 16,-3-8-10-16,-2-14-55 0,-4-9-103 15</inkml:trace>
  <inkml:trace contextRef="#ctx0" brushRef="#br0" timeOffset="50687.74">6630 7696 1925 0,'0'0'3'15,"0"0"-1"-15,0 0-2 0,-35-35 0 0,29 34 0 0,1 4-1 16,2 10-3-16,3 15 3 0,3 25 1 16,10 29 0-16,11 22 0 0,8 15 0 15,7 3 0-15,4-5 1 16,2-4 2 0,1-1-1-16,0-6-1 0,-1-5 1 15,0-8 0-15,-2-13 4 0,-2-10-2 16,-4-11 2-16,-3-11-3 0,-7-13-1 15,-7-11-1-15,-6-10 1 0,-2-2-1 16,0-5-1-16,-1-1 0 0,3-8-8 16,-4-5-35-16,-4-4-39 0</inkml:trace>
  <inkml:trace contextRef="#ctx0" brushRef="#br0" timeOffset="50943.2">8519 7403 2007 0,'0'0'4'0,"0"0"-4"0,0 0-11 0,0 0 9 0,13-35 0 15,-3 24 2-15,2 0-6 0,3-2-27 16,10-4-33-16,-3 5-40 16,-4 2-1337-16</inkml:trace>
  <inkml:trace contextRef="#ctx0" brushRef="#br0" timeOffset="51070.42">8713 7524 1672 0,'0'0'238'0,"0"0"-227"16,0 0-4-16,0 0 4 0,0 0-4 15,0 0-1-15,42-49-6 0,-20 19-2 16,1-2-86-16</inkml:trace>
  <inkml:trace contextRef="#ctx0" brushRef="#br0" timeOffset="52568.71">9013 6982 1840 0,'-7'-12'7'0,"1"-1"-1"0,1-2-3 0,-1 1 2 0,3 1 10 16,-1 4 5-16,3 1-5 16,0 3-4-16,1 5-5 0,0 0-6 15,1 4-1-15,5 6 1 0,2 4 0 16,3 7 3-16,4 4 0 0,0 4 0 15,3 2-2-15,-1 1 2 0,-2 0-2 16,1-1 1-16,-3-1-1 0,0-2-1 16,-1-4 0-16,-1-1 0 0,-1-7 1 15,1-6-1-15,-3-5-22 0,-2-5-71 16</inkml:trace>
  <inkml:trace contextRef="#ctx0" brushRef="#br0" timeOffset="52744.47">9260 6878 1946 0,'0'0'23'0,"0"0"-20"0,0 0-1 0,0 0 3 16,0 0 6-16,0 0-4 0,0 0-3 16,-18-1-4-16,18 2-2 0,0 1 1 15,3 3-3-15,2 2-11 0,4 1-31 16,-3-2-47-16,0-1-615 0</inkml:trace>
  <inkml:trace contextRef="#ctx0" brushRef="#br0" timeOffset="53063.66">9469 6581 1905 0,'0'0'4'0,"0"0"-3"0,0 0-1 0,0 0 2 16,0 0 11-16,0 0-7 0,0 0-2 15,0 0-4-15,-31 16 0 0,26 1 1 16,2 4-1-16,1 4 1 0,2-1-1 31,3 1 1-31,3-2 0 0,4 1-1 16,3-3 1-16,2-2 0 0,1-2 0 15,5-2 0-15,2-1 0 0,0-4 1 16,1 1 0-16,0-2 1 0,-3 0-1 16,-4-1 1-16,-2 2-2 0,-6-1-1 15,-3 0 0-15,-4 2 0 0,-8 1-5 16,-3-3-42-16,-4-2-128 0</inkml:trace>
  <inkml:trace contextRef="#ctx0" brushRef="#br0" timeOffset="53190.9">9412 6642 1941 0,'0'0'5'0,"0"0"1"0,15-37-3 15,-1 18 6-15,3-3-6 0,7-1-2 16,25-16-1-16,-5 4-27 0,-3 1-131 16</inkml:trace>
  <inkml:trace contextRef="#ctx0" brushRef="#br0" timeOffset="53971.78">10701 5975 1921 0,'-5'-11'1'0,"0"-3"-1"0,-2 0-10 15,0 0 10-15,-3 5 1 0,1 2 8 16,-1 5-4-16,-3 2-1 0,1 8 0 15,0 5-3-15,-1 5-1 0,2 6 0 16,-1 4 1-16,3 2-1 0,1-1 0 16,4 1 1-16,3-4-2 15,1-4 1-15,5-2-1 0,1-6 1 0,2-5-1 32,3-4 1-32,0-5-1 0,0-1 2 15,1-6-2-15,-2-2 1 0,-1-4-1 16,0-1 1-16,-2-2 1 0,0-1-1 15,-1 2 0-15,-1-1 1 0,3 4-1 16,-2 0 0-16,-1 4 3 0,1 2 0 16,3 4-1-16,-1 2 0 0,4 6-1 15,4 8 0-15,2 6 1 0,8 12 1 16,7 20 0-16,7 10 0 0,-2 6 0 16,-5-2 2-16,-6-9 0 0,-9-8 0 15,-1-3-1-15,-5-2-3 0,-3-3 0 16,-5-2 0-16,-4-2-1 0,-7-2 0 15,-1-7 1-15,-3-6-1 0,-1-5-4 16,-3-3 0-16,-5-1-2 0,-2 0 3 16,-6-3 2-16,0-6 1 0,-1-4 1 15,1-11-1-15,2-8 1 0,2-6-1 16,1-12 2-16,0-13-2 0,4-16-1 16,5-11-3-16,9-2-12 0,5-3-13 15,0 26-52-15,1 8-1137 0</inkml:trace>
  <inkml:trace contextRef="#ctx0" brushRef="#br0" timeOffset="54229.02">10202 5894 1781 0,'0'0'123'0,"0"0"-121"0,-39-1 0 16,30 0 0-16,5-3 9 0,1-2 7 15,3-4-7-15,8-2-4 0,4-5-6 16,7-3 1-16,13-7-2 16,14-5 0-16,14-7-4 0,6 1-20 0,-2 1-16 15,-19 12-51-15,-15 7-1553 0</inkml:trace>
  <inkml:trace contextRef="#ctx0" brushRef="#br0" timeOffset="54500.45">11110 5514 801 0,'0'0'1087'0,"0"0"-1084"16,0 0-2-16,0 0-1 0,0 0 0 15,0 0 0-15,0 0 1 0,-34 51 1 16,29-17 0-16,5 12 2 0,6 11-1 16,7 1 3-16,6-2-4 0,1-8 1 15,-1-12 1-15,-2-7-2 0,-4-8-1 16,-1-6-1-16,0-2 1 0,1 0-2 15,7-2 1-15,-2-3-59 0,-3-7-173 0</inkml:trace>
  <inkml:trace contextRef="#ctx0" brushRef="#br0" timeOffset="54869.36">11246 5649 1937 0,'0'0'5'16,"0"0"-4"-16,0 0-1 0,0 0 0 15,0 0 0-15,0 0 1 0,39-31 1 16,-30 39-1-16,0 4 0 0,1 3 1 16,-1 2-1-16,-3 4 0 0,-2 3 0 15,-3-1 0-15,-1 0 0 0,0 1 0 16,-3-6-1-16,0-3 0 0,0-4 1 16,1-5 0-16,1-6-1 0,0 0 2 15,1-8 0-15,0-5-2 0,0-2 1 16,0-6-1-16,3-4-1 0,1-1 0 15,-1-3 1-15,0 1-1 0,2 0 1 16,0 6 0-16,-1 4 0 0,2 4 0 16,-2 5 1-16,1 7-1 0,-1 2 0 15,1 5 0-15,1 5 0 0,2 7 1 16,-1 2 1-16,-1 5 1 0,2-1-2 16,-1 0 2-1,0-1-2-15,2-3-1 0,0-1 0 0,0-7 0 0,4-4-8 16,-2-3-53-16,-1-4-125 15</inkml:trace>
  <inkml:trace contextRef="#ctx0" brushRef="#br0" timeOffset="55076.66">11436 5345 1948 0,'0'0'2'0,"0"0"-2"16,0 0-1-16,48 1 1 0,-25 12 1 15,1 3 2-15,3 10 2 0,6 11 4 0,1 12-1 16,-1 14-2-16,-11 7-4 0,-8-6-1 16,-9-5 0-16,-6-13 0 0,1-1-1 31,0-9 1-31,-3-7-1 0,1-9-1 16,1-6-17-16,1-7-26 0,-1-5-61 0</inkml:trace>
  <inkml:trace contextRef="#ctx0" brushRef="#br0" timeOffset="55316.83">11741 5717 1550 0,'0'0'69'0,"0"0"-69"0</inkml:trace>
  <inkml:trace contextRef="#ctx0" brushRef="#br0" timeOffset="55589.65">11493 5886 1852 0,'0'0'20'0,"0"0"-17"16,0 0-2-16,0 0 5 0,8 46 16 16,-2-33-1-16,1-1-13 0,2-1-5 15,3-1-2-15,0-3-1 0,8-4 0 16,-3-2-27-16,-2-2-103 16</inkml:trace>
  <inkml:trace contextRef="#ctx0" brushRef="#br0" timeOffset="56085.3">11871 5217 1863 0,'0'0'13'0,"0"0"-11"16,0 0-2-16,0 0 9 0,0 0 8 15,0 0 4-15,0 0-5 0,-4-9-5 16,4 9-6-16,0 0-2 0,0 0 1 15,-2 0-1-15,1 0 0 0,0 1 0 16,-1 0-1-16,0 2 1 0,-1-2-2 16,-1 3-1-16,0-1 0 0,1 1 1 15,1-2-1-15,2-1 0 0,0-1 0 16,7 0 0-16,4-5 0 0,10-5 2 16,12-10-1-16,18-7 1 0,18-12-2 15,8-3 0-15,0-1 2 0,-6 4-2 16,-9 6 0-16,-6 2 0 0,-4 2 0 15,-6 1 1-15,-7 3-1 0,-2 3 0 16,-11 5 2-16,-6 6 1 0,-9 4-1 16,-2 1 0-16,-3 2-1 0,0-1 0 15,-4 1 0-15,-2 3 0 0,0 1-1 16,-5 0-6-16,-14 6-21 0,0 3-35 16,-3 1-91-16</inkml:trace>
  <inkml:trace contextRef="#ctx0" brushRef="#br0" timeOffset="56365.36">11816 4900 1894 0,'0'0'4'0,"0"0"-3"0,0 0 1 0,0 0 2 0,0 0 0 0,5-20-1 15,-3 21-1-15,-1 6-2 0,0 4 0 16,-1 7 1 0,0 6-1-16,-7 7 1 0,-4 11 0 0,-2 4 1 0,2 3-1 15,5-9 0-15,6-12 0 0,1-11 0 16,5-5 1-16,2 0-2 0,4-2 2 16,4 3-2-16,4-5 1 0,4-3-1 15,20-7 0-15,-6-7-48 0,-4 0-152 0</inkml:trace>
  <inkml:trace contextRef="#ctx0" brushRef="#br0" timeOffset="56805.93">12880 4533 1900 0,'-2'-8'25'0,"-1"0"-24"0,3 0 0 0,-3 2 1 0,3 3 2 16,0 1 11-16,0 2-4 0,0 1-11 15,0 5-1-15,4 4-1 0,3 7 2 16,0 6 0-16,1 5 0 16,2 2 1-16,-2 3-1 0,3 3 0 0,-2-2-1 15,0-4 1-15,4 5-22 0,-5-11-62 16,0-3-301-16</inkml:trace>
  <inkml:trace contextRef="#ctx0" brushRef="#br0" timeOffset="56981.83">13097 4671 1997 0,'0'0'8'0,"0"0"-8"15,0 0 3 1,0 0 5-16,0 0 10 0,0 0-11 0,0 0-6 0,0 0-1 16,-17-18-3-16,19 15-15 0,2 0-37 15,3-1-87-15</inkml:trace>
  <inkml:trace contextRef="#ctx0" brushRef="#br0" timeOffset="57268.69">13355 4385 1815 0,'0'0'8'0,"0"0"-5"15,0 0 12-15,0 0 10 0,0 0 6 16,0 0-23-16,0 0-5 0,0 0-3 16,-28 2 1-16,20 14-1 0,0 3 1 15,1 2-1-15,4 0 1 0,3 1-1 16,2-1 1-16,6 1-1 0,6-2 4 16,2 1 2-16,6 0 0 0,0-1-2 15,0 0 1-15,0-3 1 0,-1 1-2 16,-5-2-2-16,-2 1-1 0,-6-3 0 15,-4 0-1-15,-7-3-5 0,-3-3-31 16,-7-5-274-16</inkml:trace>
  <inkml:trace contextRef="#ctx0" brushRef="#br0" timeOffset="57396.49">13266 4427 1975 0,'0'0'4'0,"39"-33"-4"0,2 6 0 15,16-5 0-15,9-1 0 0,-4 1 0 16,-14 11-23-16,-16 6-98 16</inkml:trace>
  <inkml:trace contextRef="#ctx0" brushRef="#br0" timeOffset="58168.78">7655 9485 1882 0,'0'0'4'0,"0"0"-2"0,0 0-2 0,-21-39 2 0,19 36 7 16,0 3 1-16,2 5-5 0,0 9-5 15,5 13-1-15,8 20 1 0,8 26 0 16,8 15 0-16,6 10 3 0,2 1 0 16,-1-10 0-16,1-4 1 0,-4-7 1 15,-1-7 3-15,-4-7 3 0,-1-8-2 16,-6-7-2-16,-2-9-3 0,-4-11-3 15,-4-8-1-15,-4-11 1 0,-2-3-1 16,0-7 0-16,3-11-9 0,-2-4-28 16,-1-6-56-16</inkml:trace>
  <inkml:trace contextRef="#ctx0" brushRef="#br0" timeOffset="58644.19">8194 9648 1890 0,'0'0'5'0,"0"0"-5"15,-13-37 2-15,1 22-2 0,-2 0 3 16,-7 1 5-16,-1 4-3 0,1 5 2 16,0 5 1-16,0 3-4 0,2 11-2 15,0 6-1-15,1 12 0 0,1 11-1 16,6 8 1-16,8-1 0 0,3-9 0 15,6-15-1-15,1-10-1 0,0-4 1 16,2-3-1-16,4-2 1 0,2-1 0 31,3-6 0-31,1-7 0 0,0-6 0 16,1-3-2-16,-1-2 1 0,-1-3-1 16,-1 0 1-16,-3 4 1 0,-1 1 1 15,0 5-1-15,0 4 1 0,0 4 0 16,1 3 0-16,5 9 0 0,0 7-1 15,8 12 1-15,4 15 0 0,4 16-1 16,-1 6 2-16,-8 0 0 0,-9-8 4 16,-7-9-2-16,-6-4 0 0,-2-4-2 15,-3-10-1-15,0-8-1 0,-3-7 1 16,-3-7 0-16,-3-1 1 0,-3-3 2 16,-3-4 2-16,-1-3 0 0,0-12-1 15,-1-6-1-15,-4-13-1 0,2-13-3 16,0-15 1-16,6-11-1 0,3-4-1 15,10-2-5-15,1 4-9 0,3 19-14 16,4 7-70-16</inkml:trace>
  <inkml:trace contextRef="#ctx0" brushRef="#br0" timeOffset="58868.29">8517 9336 1936 0,'0'0'4'16,"0"0"-3"-16,0 0 0 0,0 0-1 16,0 0-2-16,-8 20 2 0,8-2 0 15,5 12 1-15,8 12-1 0,7 8 1 16,3 1-1-16,3-5 0 0,-3-12 1 16,-5-11-1-16,-3-6 1 0,0-2-1 15,7 3-6-15,-2-5-50 0,-2-3-228 0</inkml:trace>
  <inkml:trace contextRef="#ctx0" brushRef="#br0" timeOffset="59267.96">8654 9353 1925 0,'0'0'5'16,"3"-36"-3"-16,5 15-1 0,6 2-1 15,0 4 1 1,2 6 0-16,0 4 1 0,0 5 1 0,0 10 1 0,1 4 1 15,-1 7-1-15,-2 4-1 0,-3 10-1 16,-4 9 1-16,-5 7 0 0,-2-3 0 16,-5-11 0-16,1-14-1 0,1-12-1 15,1-4 0-15,1-2 1 0,-1-2 0 32,2-3 2-32,0-2 6 0,0-9-2 15,0-5-6-15,2-6-2 0,2-6 1 16,3-10-2-16,1-6 0 0,0-7 0 15,-2-1 0-15,-2 12 1 0,-2 8 0 16,-2 12 0-16,0 4 1 0,0-2-1 16,0 3 0-16,0 3 0 0,-1 7 1 15,0 2 0-15,0 3-1 0,0 3 0 16,1 5-1-16,0 6 1 0,0 3 1 16,0 7-1-16,4 2 2 0,3 4 2 15,0-1 0-15,2 1-1 0,2-1-1 16,1-2-2-16,0 0 1 0,3-5-1 15,1-4 0-15,12-1-19 0,-4-6-55 16,-4-6-174-16</inkml:trace>
  <inkml:trace contextRef="#ctx0" brushRef="#br0" timeOffset="59443.68">9105 9384 1945 0,'0'0'11'0,"0"0"-6"0,0 0 2 0,0 0 2 16,39 24-2-16,-27-15-5 0,1 1-1 16,-1 1-1-16,1 1 0 15,-4-1-44-15,-3-5-144 0</inkml:trace>
  <inkml:trace contextRef="#ctx0" brushRef="#br0" timeOffset="59555.5">9025 9223 1954 0,'0'0'11'16,"0"0"-6"-16,0 0-4 0,10-52-1 15,2 35-25-15,-2-1-69 0</inkml:trace>
  <inkml:trace contextRef="#ctx0" brushRef="#br0" timeOffset="59810.7">9057 8926 1961 0,'0'0'0'0,"0"0"0"0,0 0-6 0,0 0 0 16,49-19 3-16,-27 23 3 0,6 10-1 15,10 14 1-15,7 19 0 0,6 18 1 16,-4 11 1-1,-11 2 3-15,-12-4 1 0,-10-11 3 0,-7-5-4 0,-3-9-1 16,-4-8-2 0,0-12-1-16,0-10-1 0,-3-10-1 0,-1-8-6 0,-1-1-60 31,0-2-878-31</inkml:trace>
  <inkml:trace contextRef="#ctx0" brushRef="#br0" timeOffset="60545.77">9294 8356 1882 0,'0'0'4'0,"0"0"-1"0,-20-28-1 0,15 21 8 0,2 3-1 0,1 4-4 16,2 4-5-16,2 6-1 0,5 10 0 15,7 17 1-15,7 24 1 0,15 29 0 16,7 20 2-16,1 3 1 0,3-4-2 16,-5-14 1-16,0-4-3 0,-1-6 1 15,-1-4 2-15,-2-5 5 0,-4-8 1 16,0-4-4-16,-3-9 2 0,-4-6-1 16,-3-6-1-16,-4-5-3 0,-6-6 1 31,-3-6 0-31,-6-8-1 0,-1-8-1 0,-4-3 0 0,0-1 0 0,0-2 0 31,0-1 1-31,-2-3 1 0,-3-4-3 16,-4-5 0-16,-2-17-20 0,0 1-30 15,0-1-63-15</inkml:trace>
  <inkml:trace contextRef="#ctx0" brushRef="#br0" timeOffset="60720.78">9931 8738 1881 0,'0'0'114'15,"0"0"-114"-15,0 0 0 0,0 0-2 16,0 0-3-16,-5-35 1 0,10 28-3 16,3-2-21-16,9 0-20 0,-2 1-41 15,1 2-333-15</inkml:trace>
  <inkml:trace contextRef="#ctx0" brushRef="#br0" timeOffset="60832.5">10063 8911 1902 0,'0'0'10'0,"0"0"3"15,0 0-5-15,0 0 15 0,0 0-14 16,0 0-6-16,48-66-3 0,-23 31-38 16,1-3-190-16</inkml:trace>
  <inkml:trace contextRef="#ctx0" brushRef="#br0" timeOffset="61295.86">10264 8204 1781 0,'0'0'34'0,"0"0"-2"16,0 0-12-16,-5-6-2 0,4 6-9 16,1 2-7-16,0 4-1 0,4 6 1 31,3 5 3-31,3 7 2 0,4 11 3 0,6 11-1 0,3 11-1 0,2 3-4 16,-1-3-1-16,-3-4 0 0,-4-10-1 15,-1-3-1-15,-3-10 1 0,-1-6-1 16,-4-8 1-16,0-6-1 0,1 2 0 31,-1-5 0-31,0-2-1 0,-1-5-3 16,2-14-36-16,-4-1-52 0,-2-4-945 15</inkml:trace>
  <inkml:trace contextRef="#ctx0" brushRef="#br0" timeOffset="61805.17">10529 8258 1692 0,'0'0'196'16,"0"0"-191"-16,0 0 3 0,0 0 3 16,0 0-1-16,0 0 1 0,0 0-7 15,0 0-4-15,-20-16 0 16,20 30 0-16,1 7 0 0,5 5 0 16,5 8 0-16,4 7 0 0,1-5 0 0,-2-3-1 15,1-8 1-15,-3-7 0 0,3 1 1 16,1-1-2-16,0-4 2 15,-2-4-1-15,0-6 0 0,-3-3 1 16,-2-3 0-16,-3-4 1 0,0-3-2 16,-4-4-4-16,-2-1 0 0,0-2 2 15,-7-4 0-15,0 1 2 0,-2-3 1 16,-1-1-1-16,-1-3 0 0,0-1 1 16,1-1 0-16,1-7-1 0,2 4 4 0,3-2-1 15,3 2-1-15,1 8-1 0,4-1 2 16,4 6-2-16,1 5-1 0,0 4 1 15,1 7 0-15,5 2-1 0,0 6 2 16,2 6-2-16,1 5 1 0,1 5 0 16,0 5 1-16,0 2 2 0,-1 3 0 15,1-1 1 1,0-2-2-16,1-4-1 0,-1-6-1 0,0-7 0 16,-1-6 2-16,0-6 0 0,0-2 2 15,-2-9-1-15,2-4-2 0,-6-4 0 16,-2-4-2-16,-3-3 1 0,-6-3-1 15,-3 3 2-15,-7-3-1 0,-4 2-1 16,-6 1 0-16,-2 1-1 0,-3 4 0 16,-1 6-3-16,0 5 0 0,0 6-4 15,3 4-8-15,-9 10-18 0,5 1-39 16,2 3-81-16</inkml:trace>
  <inkml:trace contextRef="#ctx0" brushRef="#br0" timeOffset="62666.08">12125 7282 1977 0,'-8'-15'0'0,"0"0"-2"0,0-2 2 0,-2 4-2 0,-1 6 2 0,-2 1 1 15,-2 6 1-15,0 2-2 0,-1 9 0 16,2 6-1-16,0 11 1 0,4 11 0 16,6 5-1-16,4-1 1 0,4-10 0 15,3-11-2-15,3-5 2 0,0-2-2 16,4-1 1-16,2-2 0 0,0-6-1 15,1-4-1 1,-1-2 0-16,-1-6-3 0,-2-4-1 0,0-4 3 0,-4-3 1 16,-2-3 3-16,-1 0 1 0,-2-3-1 15,-1 2 1-15,-1 2 2 0,0 4 2 16,2 2 2-16,-2 4-1 0,1 3-1 16,1 4-2-16,3 2-3 0,1 5-1 15,5 8 1-15,4 8 1 0,8 16-1 16,8 16 0-16,4 17 1 0,1 8 0 15,-2 0 0-15,-6-9 2 0,0-8-1 16,-2-4 2-16,0-2-2 0,-2-4 1 16,-4-3 3-16,-9-3-6 0,-6-3 1 15,-8-5-1-15,-2-8 0 16,-3-7 0-16,0-4 0 0,-4-3-4 16,-3 0-9-16,-2-1-1 0,-6-2 5 15,-1-6 9-15,-2-8 0 0,1-9 1 16,-2-11 2-16,-2-14 2 0,-2-16 2 15,0-21-6-15,5-13-1 0,7-2 0 16,8-3-10-16,9 4-23 0,0 23-59 16,0 9-241-16</inkml:trace>
  <inkml:trace contextRef="#ctx0" brushRef="#br0" timeOffset="62889.51">11688 7178 1891 0,'0'0'67'0,"0"0"-64"0,0 0-3 0,0 0 4 0,-27-24 1 15,31 12 2-15,6-6-2 0,7-4-2 31,14-10-2-31,15-10-1 0,16-4-5 16,6-1-33-16,-14 13-40 0,-14 11-158 16</inkml:trace>
  <inkml:trace contextRef="#ctx0" brushRef="#br0" timeOffset="63144.5">12559 6807 1800 0,'0'0'80'16,"0"0"-78"-16,0 0-1 0,-35-11 0 15,24 14 0-15,2 6 1 0,1 7 0 16,2 11 0-16,2 14 3 0,7 12 2 16,6 2 3-16,5-1 2 0,6-9-6 15,-7-13-2-15,4-7 0 0,-4-8-2 16,4-2-1-16,1 1-1 0,6 0 0 15,3-1 0-15,11-10-9 0,-7-3-80 16,-6-5-206-16</inkml:trace>
  <inkml:trace contextRef="#ctx0" brushRef="#br0" timeOffset="63528.44">12678 6850 1930 0,'0'0'2'0,"0"0"-1"0,0 0 0 15,0 0-1-15,0 0 1 0,37-19 1 16,-24 27 1-16,2 5 1 0,0 5 0 16,1 1-2-16,-2 6 0 0,-3-1 0 15,-3 3 0-15,-5-1 0 0,-2-2-2 16,-1-3 2-16,-3-3-1 0,-2-5 1 16,1-3 0-16,0-8 0 0,2-2 1 15,0-2 2-15,2-8 1 0,0-4-3 16,0-6-3-1,2-4 1-15,3-3-2 0,1-10 1 16,0-7-3-16,2-5 1 0,-3 6 1 0,0 9 1 0,-3 13 0 16,0 11 0-16,-2-2 0 0,0 1 1 15,1 1-1-15,-1 6 3 0,0 1 1 16,0 3-3-16,0 6-1 0,-1 2 0 16,-2 6 0-16,2 7 0 0,-2 3 1 15,2 9 2 1,1-1 2-16,5-1 0 0,2 2 0 0,2-9-2 0,2 3-1 15,3-2-2-15,0-3 0 0,3-2-1 16,12-6-22-16,-6-5-60 0,-3-4-330 16</inkml:trace>
  <inkml:trace contextRef="#ctx0" brushRef="#br0" timeOffset="63703.56">13044 6929 1920 0,'0'0'21'0,"0"0"-19"16,0 0 2-16,0 0 0 0,0 0 8 15,0 0 0-15,27 34-7 0,-15-25-3 16,0 1-2-16,3 0 0 0,3-2 0 16,-1-1-21-16,-7-3-103 0</inkml:trace>
  <inkml:trace contextRef="#ctx0" brushRef="#br0" timeOffset="63831.29">13066 6906 1955 0,'0'0'5'0,"0"0"-5"16,5-49-6-16,1 25-37 0,2 0-41 16</inkml:trace>
  <inkml:trace contextRef="#ctx0" brushRef="#br0" timeOffset="64055.43">13134 6410 1899 0,'0'0'37'16,"0"0"-31"-16,0 0-5 0,41 12 0 16,-23 2 1-16,4 7 2 0,6 14-1 15,4 12 2-15,1 20 2 0,-5 6-1 16,-5 5-1-16,-9-4-1 0,-7-5 3 15,-2-6 8-15,-5-6-5 0,-5-7-3 16,-4-7-1-16,1-11-2 16,0-10 0-16,2-8-3 0,1-7 1 15,2 1-2-15,-2-8-1 0,2 0-18 16,3-7-58-16</inkml:trace>
  <inkml:trace contextRef="#ctx0" brushRef="#br0" timeOffset="64421.46">13654 6564 1899 0,'0'0'4'0,"0"0"-4"15,0 0 1-15,0 0-1 0,0 0 2 16,-38 21 12-16,33-18 0 0,-1-1-3 16,4-2-6-16,2 1 3 0,0-1-1 15,0 0-3-15,5-1 0 0,5-4 0 16,6-3-1-16,6-5 1 0,15-5-2 16,11-6 0-16,15-6-1 0,2-3 0 31,-5 3 0-31,-5 4-1 0,-15 5 1 15,-3 1-1-15,-7 5 1 0,-9 3 1 16,-5 4 1-16,-5 1-1 0,-2 0-1 16,-1 0 0-16,-3 3-1 0,-5 1 0 15,-4 3-1-15,-6 0-12 0,-16 10-35 16,2 1-71-16</inkml:trace>
  <inkml:trace contextRef="#ctx0" brushRef="#br0" timeOffset="64757.07">13334 6459 1926 0,'0'0'3'0,"0"0"-2"0,0 0-1 16,0 0 0-16,0 0 1 0,0 0 0 15,-11-18 0-15,4 24-1 0,0 7 0 16,-2 6-1-16,-1 13 1 0,-5 11 0 16,0 14 0-16,1 4 0 0,5-2 0 15,2-6 1-15,3-8-1 0,4-4 1 16,0-5 0-16,5-8 1 0,1-8 1 16,0-6 0-16,2-5 0 15,6 1 0-15,-1-2 2 0,4-2-1 0,2-3-1 16,2-3-1-16,2-4 0 0,2-3-2 15,1-2-2-15,15-12-35 0,-8 2-50 16</inkml:trace>
  <inkml:trace contextRef="#ctx0" brushRef="#br0" timeOffset="65525.66">14307 6278 1906 0,'0'0'0'0,"0"0"-2"16,0 0-5-16,0 0 7 0,-26-35 1 16,17 26 2-16,1-2 0 0,3 1 4 15,0-2 0 1,2-1 1-16,1 2 1 0,4-3-3 0,-2 1-2 0,4 1 0 15,3-1 0-15,1 3 1 0,6-1-2 32,-1 3 0-32,1 1-1 0,2 2-1 15,1 2 1-15,-1 1 0 0,3 2-2 16,-5 3 0-16,2 5 1 0,-2 5-1 16,2 4 0-16,-3 2 0 0,-1 8 1 15,-4 6-1-15,-3 7 1 0,-3 7-1 16,-2 2 1-16,-2-1 0 0,-6-4 0 15,1-6 1-15,-3-3-1 0,2-7 1 16,3-6 0-16,-3-5 0 0,2-2 0 16,0 2 2-16,-1-1-1 0,1 1 2 15,1-3 0-15,-1-6-1 0,4-2-1 16,1-3-1-16,1-3 0 0,0 0-1 16,4 0 2-16,6-1 0 0,1-5 0 15,6-3-1-15,4-3 0 0,4-2-1 16,4-1 0-16,7-5-1 0,5-1 0 15,5-2 0-15,-5 2 1 0,-11 6-2 16,-8 4 2-16,-5 4-1 0,-4-2 0 16,4 1 0-16,-2-1 1 0,0 2-1 15,-5 3 0-15,-4-1 1 0,-1 2 0 16,0-1 0-16,-1 2-1 0,-4-1 2 16,2 1-2-16,1 1 1 0,-3 0 0 15,2 0-1-15,1 1 0 0,-3-1 1 16,3 0-1-16,-1 0 0 0,-1 1 0 15,1-1 0-15,1 1 0 0,-3 0 0 16,2 0 0-16,-1 0 0 0,1 0 0 16,-2 0 1-16,0-1-1 0,0 1 0 15,0 0 0-15,0 0 0 0,0 0 0 16,0 0 0-16,0 0 0 0,0 0 0 16,0 0 0-16,1-1 0 0,-1 1 0 15,3-1 0-15,-3 1 0 0,0-2-1 16,0 0-1-16,0 1-5 0,2-1-9 15,-2-2-4-15,0 2-9 16,0-5-18-16,-2 0-43 0,-4 0-343 0</inkml:trace>
  <inkml:trace contextRef="#ctx0" brushRef="#br0" timeOffset="82805.42">17070 1170 1669 0,'0'0'11'0,"0"0"-8"15,0 0-1-15,20-30 1 0,-15 20 24 16,-2 0 15-16,2-1-17 0,-2-1-10 16,-3-1-2-1,3 2-1-15,-1-2 0 16,-1 2 0-16,-1 0-3 0,-1 0-1 16,-4 1-4-16,2 0-1 0,-2 1 0 15,-3 2 3-15,0 0 7 0,-1 0-6 16,-4 1-5-16,-2 2-1 0,-3 0 0 15,-4 4 0-15,-5 0-1 0,-1 3 0 16,-9 6 0-16,-9 7 0 0,-9 5 0 16,-2 7 0-16,4 2 1 0,10 3-1 15,6 2 1-15,4 8 1 0,3 3 0 16,5 4 1-16,0 0-1 0,5-3-1 16,5-4 0-16,4-6-1 0,5-8 1 15,4 4 1-15,6 6 0 0,6 3-1 16,3-2 1-16,1-11-2 0,-3-11 3 15,4-3-2-15,5 0 0 0,5 1-1 16,7-1 1-16,1-7-1 0,0-5 4 16,4-5-4-16,3-11 2 15,0-1-2-15,-7-1 1 0,-3-2-1 0,-8 0-3 16,-1-2 2-16,3-2-2 16,-5-1 0-16,-8 0 0 0,-5 1 2 15,-6 1-1-15,-5 4-3 0,-6 0-7 0,-6 3-1 16,-4 2 4-16,-4 2 4 15,-3 2 3-15,-2 1 2 0,1 1 0 0,4 0 2 16,5 0 1-16,5-2-1 16,9 0 4-16,4-1-3 0,4-2 0 0,7 1-2 15,7 0-1-15,3 4 0 0,6 3 0 16,2 5-1 0,6 10 1-16,5 8 0 0,10 12 2 0,-4 8 1 0,-6 5 4 15,-9 2 3-15,-11-3 4 0,-5 1-4 16,-2-1-1-16,-6-2-3 0,-4-3-2 15,1-3-3-15,-2-7 1 0,0-9 0 16,0-6-2-16,2-4 1 0,-1-1-1 16,1-1 0-16,1-3-2 15,3-6-14-15,0 0-20 0,1-7-78 0</inkml:trace>
  <inkml:trace contextRef="#ctx0" brushRef="#br0" timeOffset="83553.44">16506 726 1711 0,'-5'0'8'0,"3"-2"-2"0,-3-2 15 0,1-1-6 16,1-1 20-16,1-2-9 0,2-3-8 16,0 1-1-16,0-3-9 0,2-1 0 15,5 1 1-15,0-1-1 0,1-1-1 16,3 2-4-16,3 1-2 0,-3 3 2 15,3 2 0-15,2 4-2 0,-2 2 1 16,4 2-2-16,2 6 0 0,1 2 1 16,-2 4 0-16,5-1 0 0,-3 3 0 15,0-1-1-15,1-3 0 0,0 1 1 16,-1-4-1-16,-2-3 0 0,1-2 1 16,-2-3 0-16,-1 0 0 0,1-2-1 15,-3-3 2-15,0-3-1 0,0-2 0 16,-2-1 0-16,-2-3 0 0,0 1 0 15,1-2 0-15,-2 1 0 0,-2 0-1 16,0 1 0-16,1 4-1 0,-2 2 1 16,2 2-9-16,5 4-24 0,-1 1-52 15,-3 0-1438-15</inkml:trace>
  <inkml:trace contextRef="#ctx0" brushRef="#br0" timeOffset="84913.55">17638 1284 1684 0,'-6'-2'13'0,"-3"0"-11"0,3-1 0 0,-3 1 6 16,-1-1 21-16,3 1 0 0,-1 1-12 15,2-2-2-15,1 3 1 0,2-2-1 16,0 1-1-16,2 1-3 0,1 0-2 16,0 0-1-16,0 0 1 0,0 0-1 15,1 0-2-15,8 0 0 0,-1 0-1 16,8 0 0-16,8 0-1 0,11-2-1 15,10-3 0-15,15-3-3 0,5-6 1 16,2 1-1-16,-1 0 2 0,-1-1-2 16,0 4 0-16,1-1 1 0,-3 1-1 15,-6 0 0-15,-2 1 0 0,-3 2 1 16,-9 0-1-16,-1 0 1 0,-11 2 1 16,-10 2 2-16,-6-1-1 0,-8 2-1 15,0 1-1-15,-5 1 1 0,2-1 1 16,-4 0 2-16,-2 1-3 0,-5 0-2 15,-4 0-2-15,-8 1-15 0,-14 4-25 16,2-1-44-16,0 1-724 16</inkml:trace>
  <inkml:trace contextRef="#ctx0" brushRef="#br0" timeOffset="85502.67">17678 935 1704 0,'0'0'131'0,"0"0"-128"0,0 0-3 0,0 0 1 0,17-32 1 31,-14 28 6-31,-3 3 7 0,0 0 1 15,0 1-8-15,-3 0-7 0,-1 5-1 16,-4 5 0-16,0 1 0 0,-6 6 1 16,0 1-1-16,-4 2 2 0,2 1-1 15,1 0-1-15,0-1 1 16,1 0-1-16,3-3 0 0,1 0 1 16,2-3-1-16,1 0 1 0,4-1 1 15,1-2 0-15,2 0 1 0,3-1-1 16,6 1 2-16,-1 0-3 0,5 1 1 15,4 0 1-15,1 1-2 0,4-2 2 16,3 0-2-16,-1-3 1 0,-2-1-1 16,0 2-1-16,-3-2 1 0,-3-1-1 15,-2 1 0-15,-4-1 1 0,-4-3-1 16,-1 0 0-16,-2-1 1 0,-3 0 0 16,0-1-1-16,0 0 1 0,0-1 0 15,0 0 0-15,0 0 1 0,0 0-2 16,3 0 1-16,-3 0-1 0,1 0 0 15,4-2-24-15,0-1-42 0,3-3-150 0</inkml:trace>
  <inkml:trace contextRef="#ctx0" brushRef="#br0" timeOffset="89305.71">19765 778 1772 0,'0'0'4'0,"0"0"-2"0,0 0-1 16,0 0 1-16,13-37 12 0,-13 31 3 15,-5 2-9-15,-3 0-5 0,-3 1-1 16,-4 3-1-16,-4 0 2 0,-4 4-2 16,-2 5 1-16,-6 4-1 0,-5 6 1 15,-9 6 0-15,-4 10-1 0,-3 3 1 16,6 1-2-16,8-1 4 0,10-1-2 15,4 1 0-15,7 3-1 0,7 3 0 16,4 4 1-16,6 0-1 0,3-3 0 16,9-5 2-16,-2-11 0 0,5-6 2 15,-3-7 4-15,3-2 3 0,3 1-7 16,7-1-1-16,4-1-2 0,1-3 1 16,0-6-2-16,-3-4 0 0,-4-3 1 15,-3-4-1-15,-3-1-1 0,-6-1 2 16,-5 0-1-16,-4-2 0 0,-2-2-1 15,-5 0 0-15,-4-1-2 0,-3 2 1 16,-3-2-1-16,-2 2-1 0,2 0 3 16,0 0 1-16,6 0 0 0,4-2 0 15,5 1-1-15,2-2 0 0,9 1-8 16,3 3 2-16,2 4 5 0,3 5-1 16,3 4 2-16,1 9-2 0,0 7 2 15,2 6 0-15,-2 5 3 0,-3 2 7 16,-2 7-2-16,-6-4 0 0,-4-4 0 15,-7 1-3-15,-2-9-2 0,-5 2-1 16,-1-5 0-16,0-2-1 0,-1-2 0 16,3-5-1-16,0-2 1 0,5-4-1 15,10-4-3 1,1-1-48-16,2-6-80 0</inkml:trace>
  <inkml:trace contextRef="#ctx0" brushRef="#br0" timeOffset="89592.82">20219 1148 1939 0,'0'0'7'0,"-9"0"-7"0,8 0-4 32,1-1 1-32,5-2 3 0,7 1 1 15,8-4 1-15,13-1-1 0,14-3 0 16,11-1-1-16,2-2 0 0,-7 2-2 16,-9 2-9-16,-13 1-16 0,-6 1-21 15,-10 0-46-15,-7 3-476 0</inkml:trace>
  <inkml:trace contextRef="#ctx0" brushRef="#br0" timeOffset="89752.39">20404 948 1815 0,'0'0'5'15,"0"0"7"-15,0 0 3 0,0 0 8 16,0 0-7-16,0 0-13 0,0 0-3 16,0 0 4-16,-8 50 6 0,16-1 1 15,-4 20 0-15,0 3-8 0,-3-2-2 16,-2-7 1-16,1-15-1 0,1-7-1 15,-1-7-19-15,1-13-86 0,-1-7-1239 0</inkml:trace>
  <inkml:trace contextRef="#ctx0" brushRef="#br0" timeOffset="90344.1">21244 841 1854 0,'0'0'1'0,"0"0"-1"0,-4-46 1 0,4 34 1 0,0 3 5 16,0 5 8-16,0 4-2 15,0 1-13 1,0 8-5-16,0 6 5 0,0 15 0 15,1 14 1-15,1 14 1 0,1 11 0 16,-2 2 1-16,0 1-1 0,-2-8 1 16,1-4-1-16,-2-4 3 0,-1-11 0 15,0-7 0-15,-2-10-1 0,2-10-1 16,1-9-1-16,0-2-1 0,1 0 0 16,-1-3-1-16,1 0 1 0,-2-5-1 15,1-4-17-15,-1-2-93 0</inkml:trace>
  <inkml:trace contextRef="#ctx0" brushRef="#br0" timeOffset="90714.64">21145 828 1870 0,'0'0'69'0,"0"0"-69"15,0 0-5-15,19-45 4 0,-4 35 1 16,0 3 0-16,4 4 2 0,-1 3-2 15,2 3 0-15,2 9 1 0,-1 5 0 16,4 9 2-16,2 11-2 16,4 17 3-16,3 15-2 0,-1 5-1 0,-3 4-1 15,-5-8 0-15,-3-13 0 0,-3-5 0 16,0-14 1-16,-4-10-1 0,-3-10 0 16,-5-6 0-16,-1-8 1 15,-2 0-1-15,1-4 1 0,-3-3 1 16,-1-9 1-16,-1-8-2 0,-2-15-1 15,-5-15-1-15,0-18 1 0,1-3 0 16,2-2 0-16,4 7 1 0,1 8-1 16,5-1 1-16,3 2-1 0,3-2 0 15,1 1 0-15,0 6 0 0,2 9 0 16,-4 12 0-16,2 14-4 0,-5 8-5 0,2 4-11 16,5 5-12-16,9 8-23 0,0 4-58 15</inkml:trace>
  <inkml:trace contextRef="#ctx0" brushRef="#br0" timeOffset="91031.02">22425 612 1893 0,'0'0'0'0,"-5"-35"-1"0,1 16 1 0,-2 5 0 0,-3 4-1 0,0 4 1 0,-3 2 0 16,-3 6 0-16,-1 7-1 15,-5 9-1 1,-7 14 2-16,-5 22-1 0,-4 18 1 16,1 10 1-16,6 1 1 0,8-4-1 15,9-6 0-15,2 7 0 0,7-1 1 16,3-3 1-16,2-5 5 0,6-14-2 15,3-12-3-15,1-12-2 0,0-14 1 16,0-6-1-16,3-1-1 0,16-1 0 16,-2 0-45-16,1-7-121 0</inkml:trace>
  <inkml:trace contextRef="#ctx0" brushRef="#br0" timeOffset="91653.24">22692 799 1630 0,'-3'-5'225'0,"-1"-1"-225"0,0 4-2 0,1 0 2 0,-2 2-3 0,1 1 3 0,-3 6 0 16,1 2-1-16,-2 5 1 0,1 5 0 0,-1 5 0 15,2 3 0-15,-2 7 1 16,4 7 0-16,3 4 0 0,0-3-1 16,1-8 2-16,2-10 0 0,1-6 0 15,3 1 0-15,0 2 2 0,1 1-1 16,2-4-1-16,2-2 1 0,-1-9 0 0,2-6 1 15,2-5 0-15,0-9 1 0,2-2-2 16,0-7-1 0,2-2-1-16,-4-4 0 15,-1-2 0-15,-2-8 0 0,-7-4 0 16,-4-7 0-16,-3-3 1 0,-8 6-1 0,-5 5 1 0,3 12 0 0,-1 8 0 31,3 7 5-31,1 3 2 0,-4 1-1 16,0 2-4-16,-4 1-1 0,4 4-1 15,1 3-2-15,3 7-2 0,6 4-2 16,7 13-17-16,3-2-48 0,5-2-841 0</inkml:trace>
  <inkml:trace contextRef="#ctx0" brushRef="#br0" timeOffset="91828.32">23186 1191 1928 0,'0'0'58'0,"0"0"-58"16,0 0 1-16,5 44-1 0,-5-23 1 15,-3 6-1-15,-6 0 0 0,-7 2 0 16,-9 6-5-16,-11 3-36 0,5-8-53 16,3-6-431-16</inkml:trace>
  <inkml:trace contextRef="#ctx0" brushRef="#br0" timeOffset="92927.87">23814 717 1828 0,'1'-7'2'0,"1"0"-1"0,0-1 0 0,-1 2 0 15,0 1 12-15,-1 3 4 0,0 1-3 16,0 1-10-16,-1 0-4 0,0 4-4 15,-1 6 3-15,-1 5 2 0,-2 5-1 16,0 2 1-16,0 6-1 0,0 0 1 16,-1 1-1-16,0-1 0 0,0-1 0 15,1-1 1-15,-1-3 0 0,-1-2-1 16,1-2-3-16,0-3 3 0,0-2 1 16,0-5 0-16,2-2-1 0,0-2 3 15,2-4 1-15,0-1 7 16,-1-1 11-16,-1-6-11 0,-1-2-9 0,0-4 0 15,0-2-1-15,1-4 0 0,2-4 0 16,1-2 0-16,1-1-1 0,1-3 0 16,-1-7 0-16,6-7 0 0,2-4 0 15,1 8-1-15,-1 8 1 0,1 15-1 16,-2 9 1-16,1 1 0 0,2 3 0 16,2 0-1-16,4 3 0 0,1 7 0 15,4 6 0 1,2 5 1-16,1 5 0 0,5 10 1 15,-4-3 0-15,-1 3 2 0,-3-3-2 16,-5-7 1-16,0 2-2 0,-2-5 1 16,-5-6-1-16,-2-5 0 0,1-2 0 0,-3-6-1 15,1-4-7-15,-1-5-26 0,0-3-55 0</inkml:trace>
  <inkml:trace contextRef="#ctx0" brushRef="#br0" timeOffset="93246.7">23984 535 1877 0,'0'0'1'0,"0"0"1"0,0 0-2 16,0 0 3-16,6-16-2 0,-2 9 1 15,-1 0-1-15,2 0 1 16,0 1 0-16,-1 1 3 0,-1 2 1 15,0 0 0-15,0 3-5 0,2 0 0 0,0 4-1 16,3 2 0-16,0 1-1 16,0 1 1-16,0-1 0 0,1 0 0 15,0-1 1-15,-1-4-1 0,0 0 5 0,1-2 12 16,0-2-2-16,2-5-5 16,0 0-3-16,-1-4-3 0,1 0-1 15,0-3-1-15,0-1-2 16,0-3 0-16,1 3-4 0,2 1-15 0,9 7-21 0,-2 1-42 15,-3 6-148-15</inkml:trace>
  <inkml:trace contextRef="#ctx0" brushRef="#br0" timeOffset="93566.75">24688 723 1846 0,'0'0'3'0,"0"0"-3"15,0-36 5-15,-3 22 6 0,-3 2 0 16,-2 3-3-16,-1 1 4 0,-3 4 1 16,-1 4-7-16,-4 1-5 0,-1 9 0 15,-4 5 0-15,0 4 0 0,0 6 1 16,-1 10 2-16,3 7-2 0,6 7 1 15,5 0 0-15,8-7 1 0,2-7 1 16,6-14 2-16,0-5 0 0,2-3-3 16,5 0 0-16,4-3-3 0,4 0 1 15,4-4-2-15,13-10-6 0,-6-3-40 16,-5-2-30-16</inkml:trace>
  <inkml:trace contextRef="#ctx0" brushRef="#br0" timeOffset="93901.72">24774 534 1851 0,'0'0'3'0,"0"0"-3"0,0 0 1 0,0 0 7 15,22-33 13-15,-18 25 4 16,0 1-6-16,-2 1-11 0,1 3 1 0,-2-1 0 15,0 3-5-15,0 1-4 0,2 4-1 16,0 1-1-16,2 6 2 0,0 2 2 16,-1 2-2-16,0 0 1 0,2 1-1 15,-2 0 0-15,1-5 0 0,2 2 1 16,1-6-1 0,3 0 1-16,0-2 0 0,2-3 2 15,0-2-1-15,1-1 0 0,1-5 0 16,-2-2 1-16,0-3 0 0,-3-1 1 15,-1-3 0-15,0 0-1 0,-3-2-1 16,2-1-2-16,0 1-2 0,10-10-18 16,-4 4-29-16,2 2-111 0</inkml:trace>
  <inkml:trace contextRef="#ctx0" brushRef="#br0" timeOffset="94543">25466 626 1785 0,'0'-9'6'0,"0"-3"-1"0,0-1 4 0,0 0 14 0,2 4 9 15,-1 1-11-15,-1 2-5 0,0 3-6 16,0 3 0-16,0 0-10 0,2 4-2 16,-1 9-1-16,-1 4 3 0,2 8 0 15,0 13 2-15,0 13-1 0,0 7 2 16,0 3 0-16,2-9 1 0,-2-11-2 16,0-13 1-16,-1-7-1 0,1-7 0 15,-1-3-1-15,0 0 0 0,0-2 0 16,1 0 0-16,-1-4 1 0,0-2 0 15,0-1 1-15,-1-2 4 0,0 0 2 16,0-3-3-16,0-4-5 0,0-1-1 16,0-4-4-16,0-6-14 0,1 2-27 0,0 0-75 15</inkml:trace>
  <inkml:trace contextRef="#ctx0" brushRef="#br0" timeOffset="94828.66">25276 544 1832 0,'0'0'3'0,"0"0"-2"15,0 0 2-15,0 0 9 0,0 0 0 16,0 0-1-16,0-11-4 0,9 8-2 16,7 0-1-16,5-2-3 0,10-1 0 15,11-1-1-15,6 0 0 0,2 3 0 16,-6-1-5-16,-11 3-21 0,-4 2-27 16,-8 1-52-16,-7 1-643 0</inkml:trace>
  <inkml:trace contextRef="#ctx0" brushRef="#br0" timeOffset="95082.77">25354 1000 1910 0,'0'0'4'0,"0"0"-3"0,0 0 0 16,0 0 4-16,0 0 4 0,0 0 0 16,0 0-4-16,18-9-1 0,0 6-4 15,8-1 0-15,10-1 0 0,11-1 0 16,11 0-6-16,1-3-31 0,-14 2-14 16,-12 1-102-16</inkml:trace>
  <inkml:trace contextRef="#ctx0" brushRef="#br0" timeOffset="95529.79">25749 208 1921 0,'0'0'0'0,"0"0"-5"15,0 0 3-15,0 0 2 0,0 0 0 0,0 0-3 16,0 0 3-16,32-2-1 0,-1 27 1 16,8 18 0-1,7 17 0-15,-2 14 0 0,-7 2 0 0,-10 2 1 0,-10-1 0 16,-8 1 0-1,-6 0 0-15,-5-1 2 0,-10-7 2 0,-5-3-2 0,-4-6 2 16,-3-2 0 0,-3-3 0-16,0-7 2 0,-2-6 1 15,5-8-1-15,6-12 0 0,3-6 1 0,4-5 2 16,-2 1-3-16,1-1-2 0,1-2-1 0,3-3-2 16,2-3-1-16,4-2 1 15,2-1-1-15,0-1 3 0,0 0 3 16,0 0 0-16,4-3-4 0,0-1-2 15,2-1-1 1,-1-1 0-16,2-4-12 0,4-4-18 16,1 2-24-16,-4-1-139 0</inkml:trace>
  <inkml:trace contextRef="#ctx0" brushRef="#br0" timeOffset="99562.82">17689 2769 1827 0,'0'-8'5'0,"0"0"-2"0,0-1-1 0,2 1-1 15,-2 2 9-15,3 3 6 0,-3 1-6 16,0 2-7-16,0 0-3 16,0 5-5-16,1 5 4 0,-1 5 1 15,0 4 2-15,0 5-1 0,0 3-1 16,-4 9 1-16,-2 9-1 0,-1 6 0 0,-3 1 0 15,1-5 1-15,-2-12-1 0,6-13 3 16,-3-4 0-16,2-3-1 0,0 1 1 16,-2 3-1-16,0-4-2 0,-1-3 2 15,2-5 2-15,1-5 0 0,-1-1 0 16,3-2-1-16,-4-6 0 0,3-5-1 16,0-2-1-16,-1-4 1 0,1-4-1 15,0-3 1-15,-2-3-1 0,2-1-1 16,0-3 2-16,2-6 1 0,0-10-2 31,3-8 1-31,1-2-1 0,6 6 0 16,3 14-1-16,0 13 1 0,0 10-1 15,-4 9 1-15,2 2-1 0,1 1 0 16,1 2-3-16,6 2-1 0,1 7 2 0,5 8 2 16,3 8 1-16,-4 3 0 15,3 3 1-15,-2 2 0 0,-6-6-2 16,4 3 1-16,-1-3 1 0,-1-6-2 15,-1-3 0-15,-3-6 0 0,4-5 1 16,-4-5 0-16,0-2 0 0,0-5 0 16,-3-4 1-16,0-3-1 0,1-4-1 15,-3-2 0-15,-3-3-5 0,2-3-14 16,3-10-23-16,0 6-34 0,-3 2-393 16</inkml:trace>
  <inkml:trace contextRef="#ctx0" brushRef="#br0" timeOffset="100087.23">18345 2785 1756 0,'0'0'43'0,"0"0"-41"0,1 0-2 0,1 0 2 0,-1 0 11 0,1-3 10 16,-2-2-7-16,3-1-6 0,-1-2-2 16,0 1 1-16,-1-1 0 0,2 0 0 15,-3 0 0-15,0 1 2 0,0 2-1 16,-1 0 1-16,-2 3-3 0,-1 0-4 15,-4 1-2 1,-1 1-2-16,0 3-1 0,-6 4 1 0,0 5 0 0,-2 5 0 16,-1 4 1-1,-1 5-1-15,5 3 2 0,0 1 0 16,5 1 0-16,2-1-1 0,6-1-1 16,1-1 0-16,5-6 0 0,9-1 0 0,5-5 0 15,5-4 2-15,5-4-2 0,7-4 1 16,8-6 0-16,4-10-1 0,-5 0-3 15,-9-1 3-15,-13 4 0 0,-8 1 0 16,0 1 1-16,-3-1-1 0,-1 0 1 16,-4 2 0-16,-5 1 3 0,0 1 2 15,-2 0-6-15,-6 2 0 0,2-1-8 16,-5 3-7-16,1 0-28 0,1 0-85 16</inkml:trace>
  <inkml:trace contextRef="#ctx0" brushRef="#br0" timeOffset="100884.15">19162 2892 1273 0,'0'0'89'0,"-2"0"-57"16,2 0 66-16,-1 0 20 0,-1 0-57 15,0 1-21-15,-2 0-14 0,0 0-8 0,-1-1-3 16,-2 2-3-16,2 1-1 16,0-1-1-16,0-1 2 0,1 0 0 15,1 2 1-15,2-3-2 0,1 0 0 16,0 1 2-16,1-1-7 0,5 1-5 15,2-1 1-15,8 0 2 0,5 0 1 16,12-4-1-16,12-2-2 0,10-2-1 0,-1-1 0 16,-5 1 0-16,-7 0 0 0,-8-1 0 15,-7 3 1-15,-5 1 4 0,-8 3 1 16,-1-1 0-16,-2 1 0 0,2 1 0 16,-4 0-5-16,-3-2 1 0,-4 3 0 15,-2 0 3 1,0 0 0-16,-4 0-6 0,-2 0-3 0,-2 1-15 0,-12 3-15 15,4 1-28-15,0-3-104 0</inkml:trace>
  <inkml:trace contextRef="#ctx0" brushRef="#br0" timeOffset="101314.71">19144 2734 1905 0,'0'0'0'0,"0"0"-9"0,0 0 9 0,0 0 2 0,0 0 5 0,11-16-1 15,-11 16-3-15,0 0-3 16,-3 3-5-16,1 6 4 0,-5 3 1 16,-1 6 2-16,-1 3-2 0,-3 0 0 15,0 1 0-15,0 0 3 0,-1-1-2 16,3 0 0-16,3-2 1 0,1-3 1 16,5 0-2-16,1-3 1 0,4 0-1 15,6-1 2-15,1-2 3 0,7-2-4 16,3 2 1-16,-1-3 0 0,3-2 1 15,-1 1-1-15,2-2-2 0,-5-1 0 16,-2 2 1-16,-4-3-1 0,-2 2-1 16,-5-3 0-16,-2 1 0 0,-3-2 0 15,-1 1-1-15,0-1-7 0,0 0-10 16,0-1-22-16,-2-1-104 0</inkml:trace>
  <inkml:trace contextRef="#ctx0" brushRef="#br0" timeOffset="102432.33">20667 2484 1827 0,'0'0'13'0,"0"0"-13"0,0 0-10 0,0 0 10 16,-4-38 3-16,-4 32 4 0,-2 1-7 15,-2 2 0-15,-5 3 0 0,0 0 1 16,-3 2-1-16,1 6 2 0,-3 2 0 16,0 2-2-16,3 1 1 15,0 4 0-15,2-1-1 0,5-2 1 16,3 2-1-16,2 0 0 0,5-3 1 16,2-1 0-16,2 0 3 0,5-2 1 15,3 0-1-15,3-2-1 0,2 0 0 16,4-1 2-16,0-1-1 0,3 0-1 15,2-2 3-15,-1 0-1 0,1 0-1 16,1 0-2-16,-3 2 0 0,-3 1-2 16,-2 1 0-16,-3-1 1 0,-3 0-1 0,-3 4 0 15,-2-1 0-15,-3 2 0 0,-2-2 0 16,-1 3-1-16,-6-1 1 0,-2-2 0 16,-4 1 0-16,-2-3 1 0,-6-1 0 15,-1 0-1-15,-5 1 2 16,-1-2 0-16,-1-3-1 0,0 2 0 0,2-4 1 15,5 0 3-15,3-1-2 0,5 0 1 16,4 0-1 0,4-2 1-16,5 0 2 0,0-4-6 15,8-2-5-15,16-10-22 0,-2 3-51 16</inkml:trace>
  <inkml:trace contextRef="#ctx0" brushRef="#br0" timeOffset="102832.08">21107 2463 1830 0,'0'0'11'0,"0"0"-6"0,0 0-2 0,0 0 13 0,3-24 9 16,-3 22-7-16,0 0-5 16,0 2-6-16,0 2-7 0,3 3-4 0,-1 5 4 15,0 3 0-15,-1 5 2 0,2 4 1 16,-2 2 1-16,1 0 0 0,-1 1 3 15,1-1-2-15,-1-2 0 0,0-1 0 16,1-1-2-16,0-3-1 0,-1-5-1 16,-1 0 1-16,2-5-2 0,-1-2 1 15,0-2 0-15,2-1-1 0,1-1-4 16,2-4-23-16,-1-4-39 0,0 1-312 16</inkml:trace>
  <inkml:trace contextRef="#ctx0" brushRef="#br0" timeOffset="103166.56">20990 2449 1937 0,'0'0'0'0,"0"0"-10"0,0 0-4 15,16-35 14-15,-4 27 3 0,5 0-2 16,5 2 0-16,1 2-1 0,4 3 0 15,2 1-1-15,0 7 0 0,0 5 0 16,-2 3 0-16,-2 6 0 0,-2 5 1 16,-3 8 0-16,-5-5 2 0,-5 4 0 15,-3-2 1-15,-7-4 0 16,0 2 0-16,-4-3 0 0,-7-4-1 0,-3-1-2 16,-5-2 3-16,-3-2 0 0,-5-3 0 15,-1-2 0-15,-1-3 1 0,1-3-2 16,4-3-1-16,4-1 0 0,2-2 0 15,8 0 0-15,3-4 0 0,4 0-1 16,2-5-7 0,1 1-10-16,8-6-15 0,1 3-33 15,1-1-239-15</inkml:trace>
  <inkml:trace contextRef="#ctx0" brushRef="#br0" timeOffset="104549.13">21961 2293 1759 0,'-1'-4'10'0,"0"1"-8"0,-1-3-2 0,1 2 7 16,-1-1 11-16,0 0 2 0,1 1-8 16,-1 0 2-16,2 2-3 0,-1 1-1 15,1-1-3-15,0 2-1 0,0 0-3 16,0 0-3-16,0 2 0 0,0 5-4 15,0 4 4 1,1 8 2-16,2 4 1 0,2 13 2 0,2 11 0 16,1 10 3-16,2 3 2 0,-2-3 0 0,0-6 0 15,0-6-3-15,-3 0-2 0,0-3 2 16,1-2 0-16,-1-8-2 0,-2-5-1 16,0-7-2-16,1-1-2 0,-2-1 2 15,1 1-2-15,0 1 1 0,-1-6-1 16,0-2 1-16,-1-6 0 0,1-1 0 15,-2-4 0-15,1 0 1 0,0-1 0 16,-1-1-2-16,0-3-3 0,0-3-14 16,0-11-29-16,-2 3-61 0</inkml:trace>
  <inkml:trace contextRef="#ctx0" brushRef="#br0" timeOffset="104797.88">21973 2435 1952 0,'0'0'0'15,"0"0"-11"-15,0 0-10 0,37-37 19 32,-23 27 2-32,0 6 0 0,-2 1 1 15,-2 3-1-15,0 3-1 0,-3 5-1 16,-2 5 2-16,-3 3 0 0,-3 4 0 15,-5 1 0-15,-4 1 0 0,-6-2 0 16,-2 0-1-16,-1-3 0 0,-3-1-1 16,3-3 1-16,3-3-4 0,5-3-8 15,3-5-38-15,7-2-133 0</inkml:trace>
  <inkml:trace contextRef="#ctx0" brushRef="#br0" timeOffset="105610.51">22222 2692 1855 0,'0'0'0'16,"0"0"0"-16,0 0 0 0,41-35 0 15,-27 20 0-15,1-3 1 0,-3 0-1 16,1-3 1-16,-4 0 0 0,0-1 1 16,-4-1 1-16,0 0 2 0,-3 2 1 15,-2 0-1-15,0 2 2 0,-3 4 1 16,-4 2 2-16,1 4 2 0,-1 3-6 16,-1 0-4-16,-3 4-2 0,1 2 1 15,0 0-1-15,-3 7 0 0,3 1 0 16,0 5 0-16,1 2 0 0,3 5 1 15,3 2 0-15,0 4 2 0,3 0-1 16,1-1 1-16,3 2 0 0,2-1 0 16,2-3 1-16,2-1 0 0,1-4 0 15,2-3 0-15,1-5-1 0,3-2 2 16,0-4-2-16,3-4 1 16,0 0-1-16,2-7-1 0,-1-2-1 0,1-6 0 15,-3-2 0-15,-1-5 0 0,-4-1 0 16,0-3-1-16,-4-2 0 0,-3 1-2 15,-2-2-1 1,-2 2 1-16,-3 0 1 0,0 5 0 0,-4 4 0 0,-1 3 1 16,-2 5-2-16,-1 3 2 0,-2 2-1 15,1 3 0-15,0 2 0 0,0 0 1 16,3 1 0-16,3 4-1 0,3-3 0 16,0 1-3-16,4 0 4 0,5-1 0 15,2 2 0-15,4-3 0 16,4-1 0-16,3 0 2 0,1 0-2 0,0-3 0 15,-1-1 1-15,1 3-1 0,-3-1 0 16,0 1 1 0,-2 1 0-16,-4 3 0 15,-3 4-1-15,-1 4 1 0,-4 4 1 16,-3 3 1-16,-2 6 1 0,-1 2 0 16,-3 2 1-16,-2 1 0 0,0-1-2 15,2-1 1-15,2-2 0 0,1-5 0 16,5-4 1-16,4-3-1 0,4-5 1 15,5 0 0-15,2-3-3 0,1-5-1 16,3 0 0-16,0-6 0 0,0-1 0 16,-2-1-1-16,0-2 0 0,-2 1 1 15,-4 0-1-15,-1 1 0 0,-5 1 0 16,-3 0 1-16,-2 1 0 0,-1 0 0 16,-3 1-1-16,0 3 0 0,-1-1-3 15,0-1-3-15,0 1-5 0,0-3-11 16,0 1-18-16,0 1-59 0</inkml:trace>
  <inkml:trace contextRef="#ctx0" brushRef="#br0" timeOffset="106490.85">25425 1142 1766 0,'-5'-1'6'0,"1"0"-4"0,0 0-1 0,0-1 14 0,0 2 12 0,2 0-2 0,1-1-2 0,1 0-1 15,2 0 0-15,3-1-9 0,2 0-10 16,5-3-2-16,3 0 0 0,6 0-1 16,3-1 0-16,1-1 0 15,2 3-6-15,0 0-21 0,-3-1-6 0,4 4-22 16,-6 0-50-16,-8 1-706 0</inkml:trace>
  <inkml:trace contextRef="#ctx0" brushRef="#br0" timeOffset="106634.18">25490 1277 1766 0,'0'0'82'16,"0"0"-79"-16,0 0-2 0,0 0 2 15,0 0 14-15,0 0-9 0,0 0-4 16,57-8-4-16,-12 1-1 0,-3-2-50 15,-4 1-128-15</inkml:trace>
  <inkml:trace contextRef="#ctx0" brushRef="#br0" timeOffset="133683.32">17575 3560 1708 0,'0'0'35'0,"0"0"-28"0,0 0-5 15,0 0 1-15,-23 0 6 0,19 0 9 16,4 0-4-16,-1 0 1 0,-1 0 0 15,2 0-1-15,0 0-4 0,0 0-3 16,0 0-2 0,3 0 2-16,1 0-3 0,4 0-1 0,4 0 3 0,7 0-2 15,5-5-1 1,8-2-2-16,10-2 0 0,9-3 0 16,2-3 0-16,0 3-1 0,-3 0 2 0,-3 1-1 15,0 0-1-15,0 1 1 0,-4 0 0 0,-4 2-1 16,-6 4 1-16,-8 0-1 15,-7 2 1-15,-9 1-1 0,-1 0 1 0,-2 0-1 16,-2 1 0-16,-1 0 1 0,-2 0 0 16,-1 0-1-16,0 0-11 0,-3 1-17 15,-6 2-6-15,1 1-20 0,-2-1-105 0</inkml:trace>
  <inkml:trace contextRef="#ctx0" brushRef="#br0" timeOffset="133987.6">17748 3630 1799 0,'0'0'10'0,"0"0"-9"0,0 0-1 16,0 0 0-16,0 0 1 0,0 0 6 15,-2 2 0-15,19-4 0 0,4-4 4 16,15-1-3-16,10-5-4 0,13-3-2 15,1-1 2-15,-4 0 0 0,-5 2 1 16,-8 2 2-16,-8 1-4 0,-6 6 0 16,-8-1 1-16,-10 2-2 0,-3 2 0 15,-1 1 2-15,-1 0 0 0,-2-1-1 16,-4 2 0-16,0 0 1 0,0 0-1 16,0 0 0-16,0 0-2 0,-1 0-1 15,-1 2-1-15,2-1-13 0,0 1-27 16,0-2-38-16,0 0-367 0</inkml:trace>
  <inkml:trace contextRef="#ctx0" brushRef="#br0" timeOffset="136939.82">17697 4450 1477 0,'0'0'154'0,"0"0"-135"16,0 0-11-16,-2-9 11 0,1 8 22 15,-2-1-1 1,3 2-12-16,0-1-12 0,0 1-3 0,-2 0-6 0,2 0-6 16,0 0-1-16,0 2 1 0,0 1 1 15,0 1 1-15,0 2 2 0,0 1-2 16,0 0 1-16,0 0 3 0,2-1-4 15,2 0-1-15,-1-3-1 0,-1 0 0 16,1-2 2-16,1 0-2 0,0-1 2 16,-2 0 0-16,1 0 6 0,0-2-1 15,-1-2-3-15,2-1-1 0,-2-2-1 16,-1 0 0-16,-1 0 0 0,0-2-1 16,0 3 0-16,0-1 1 0,0-1 0 15,0 2-1-15,-3 1 2 0,-1 0-1 16,2-1 0-16,-2 2 1 0,0 0-2 15,-2-1-2-15,1 3 1 16,-1 0-1-16,-3 1 0 16,1 1 0-16,-1 0 0 0,0 0 0 0,-2 2 0 0,1 3 0 15,-3-1 0-15,1 3 0 0,-2 0 0 16,1 3 0-16,-1 0 0 0,0 4 0 16,1 2 0-16,-1 2-1 0,1 1 0 15,1 2 1 1,2 1 0-16,-1 2-1 0,5 1 1 0,-2 2 0 15,3 1 0-15,5 0 0 0,0 0 1 16,0-3-1-16,5-1 1 0,3-2 0 0,1-3 2 16,4-1 0-16,1-3-2 0,4-2 1 15,2-1 0-15,1-3-1 0,1-4 1 16,3-2-2-16,-1-2 3 16,3-1-2-16,-4-5 0 0,-2 0 0 15,1-1 0-15,-6-1-1 0,1 0 2 16,-5 0-2-16,-2 2 1 0,-5 1 0 15,-2 1 0-15,-3-1 2 0,0 2-1 16,0-1 2-16,0 2 0 0,-3-1-2 31,0 0-2-31,1-1 0 0,2-1-3 16,0-8-23-16,4 2-57 0,0-4-1411 16</inkml:trace>
  <inkml:trace contextRef="#ctx0" brushRef="#br0" timeOffset="137422.69">18170 4532 1777 0,'-2'0'22'0,"-1"0"-17"0,-1-1 2 0,1 1 22 0,-3 0-2 15,3 0-6-15,1 0-6 0,-1 0-4 16,2 0-3-16,-1 0-3 0,2 0 1 16,0 0-3-16,0 1 2 0,0-1 0 15,5 1-1-15,0 0-1 0,2-1-2 16,3 0 1-16,1-2 0 0,3-1-2 15,2-1 0-15,1 0-9 0,1 0-12 16,-1 1-14-16,2 2-14 0,-3 3-18 16,-1 3-50-16,-7 2-299 0</inkml:trace>
  <inkml:trace contextRef="#ctx0" brushRef="#br0" timeOffset="137525.49">18291 4592 1348 0,'0'0'242'0,"0"0"-149"0,0 0-30 0,0 0-14 15,0 0-8-15,0 0-8 0,0 0-5 16,0 0-1-16,-22 28-14 0,34-32-11 15,1-2-2-15,17-10-6 0,0 3-38 16,-4-1-99-16</inkml:trace>
  <inkml:trace contextRef="#ctx0" brushRef="#br0" timeOffset="140794.24">18759 4381 1693 0,'0'0'118'0,"0"0"-118"0,0 0-3 15,0 0 3-15,0 0 4 0,0 0 9 16,6 12 5-16,-3-12 2 0,-2 0 2 16,0 0-2-16,-1-2-3 0,4-3-7 15,-3-1-1-15,0-1-4 0,1-2 0 16,-1-2-1-16,-1 1 0 0,2-3-2 15,-1 0 1-15,0 0-2 0,-1 0 1 16,1 2-1-16,1-1 0 0,-1 4 1 16,-1 3 1-16,2 2 1 15,-1 1 0-15,-1 2-4 0,1 0-2 0,0 6-2 16,4 2 1-16,1 6 3 0,0 3 0 16,1 4 0-16,2 3 0 0,0 3 0 15,-1 0 0-15,-1 1 2 0,1 0-2 16,0-1 0-16,0-3 1 0,-1-4 0 15,0-2-1-15,-1-2 0 0,0-5 0 16,-1-1 1-16,0-3-1 0,-2-2 0 16,-3 1 0-16,0-1 0 0,0 1-2 15,-5-1-2-15,0 0 4 0,-4 0 1 16,-2 0 0-16,1-1 0 0,-4 0-1 16,2 2 1-16,1-2 0 0,-2 1-1 15,5-2 0-15,3-1 1 0,2 0-1 16,3-2 1-1,0 0-1-15,0 0 2 0,3-1 2 0,5-3-3 0,4-1-1 16,3-2 0-16,7-3 0 0,1 0 0 16,4-2-9-16,18-7-12 0,-9 2-27 15,-1 0-81-15</inkml:trace>
  <inkml:trace contextRef="#ctx0" brushRef="#br0" timeOffset="141545.71">20088 4064 1796 0,'0'-7'18'0,"0"0"-5"16,1 0-5-16,-1 3 10 0,0 1 5 16,0 2-2-16,0 1-12 0,0 0-5 15,0 3-4-15,-1 7-1 0,-1 1 1 16,1 7 0-16,-2 3 2 16,-1 2-1-16,0 3 0 0,-1 1 1 15,-1-1-1-15,-1 1 0 0,1-2 2 16,-1-1-1-16,-1-1 0 0,-1-3-1 15,3-2 2-15,-1-2-2 0,-1-3 0 0,1-4 1 16,2-3-1-16,0-1 2 0,2-4-2 16,0-1 2-16,-1-1 1 0,0-5 1 15,-1-4-3-15,0-4 1 0,1-4-2 16,-1-4 0-16,1-3 0 0,1 0 0 16,0-3-1-16,2-1 0 15,1-1 0-15,0 1 0 16,0 2 0-16,3 2 0 0,2 5 1 0,-1 4-1 0,2 4 0 15,-2 5-1-15,5 3 0 0,-2 4-1 16,4 3-2-16,1 5 1 0,3 6 2 16,0 3 1-16,4 3 0 0,-2 2 0 15,-2 1 1-15,1-2-1 0,-2-4 0 32,2-1 1-32,-2-5 0 0,1-4-1 0,-2-1 2 0,-1-5 0 0,2-1 1 15,-3-4 2-15,1-4 1 0,-3-1-2 16,-1-4-2-16,-1-2-1 0,-1-4 1 31,-2-1-1-31,-3-3 0 0,2 1-1 16,0-1 0-16,-1 2-3 0,3 3-3 15,1 2-5-15,10 2-16 0,-4 2-27 16,3 5-116-16</inkml:trace>
  <inkml:trace contextRef="#ctx0" brushRef="#br0" timeOffset="141736.23">20533 4203 1929 0,'0'0'27'0,"0"0"-19"0,0 0-5 0,-1 0 4 0,1-1-1 15,3-2 3-15,2 0-9 0,4-3 0 16,12-2-20-16,-1 0-29 0,-1 1-76 0</inkml:trace>
  <inkml:trace contextRef="#ctx0" brushRef="#br0" timeOffset="141863.34">20573 4323 1904 0,'0'0'24'0,"0"0"-21"15,0 0 12-15,0 0 6 0,0 0-15 16,0 0-6-16,60-24-11 0,-29 9-49 15,-2-1-289-15</inkml:trace>
  <inkml:trace contextRef="#ctx0" brushRef="#br0" timeOffset="142359.6">21030 4165 1880 0,'0'0'17'0,"0"0"-17"0,0 0 0 16,0 0 3-16,0 0 5 0,0 0 2 16,0 0 3-16,-29-40 1 0,26 33-7 15,2-1-1-15,0 0-1 0,0-1 0 16,1-1-1-16,0-1 0 0,2-1 0 16,2 1-3-16,1-1 1 0,0 0 0 15,1 1-1-15,2 3 0 0,0 1 0 16,0 3-1-16,-1 1 0 0,3 2-1 15,-2 1 1-15,3 1 0 16,0 3-1-16,0 5 0 0,-1 2 1 16,0 3 1-16,-2 2 1 0,-1 2 1 0,-2 2-1 15,-1 1 1-15,-4 1-1 0,0 1 0 16,-7 1 0-16,-1 0 0 0,-2-2-1 16,-4 2 1-16,1-2-2 0,-2 0 2 15,0-3-2-15,2-3 2 0,3-3-2 16,3-3 1-1,4-3 0-15,2-3-1 0,2-2 0 0,6-2 0 0,5 0 2 32,9-4 0-32,9-5-2 0,11-5 1 15,7-2-1-15,-2-3 1 0,-9 4-1 16,-15 4 0-16,-8 4 0 0,-3 2 1 16,0-1-1-16,-1 1 1 0,-3-2 0 15,-3 4-1-15,-4-1 2 0,-2 2-2 16,-3 0-6-16,-11 2-21 0,3 0-42 15,-2 0-127-15</inkml:trace>
  <inkml:trace contextRef="#ctx0" brushRef="#br0" timeOffset="143685.89">18727 3351 1752 0,'0'0'14'0,"0"0"-8"0,0 0 17 15,0 0 2-15,0 0 2 0,0 0-14 16,0 0-10-16,-1-12-3 16,9 11-1-16,4 1 1 0,6 0 0 0,4 1 2 15,12 3-2-15,12-2 0 0,19 2 0 16,11-2 0-16,8-2 0 0,7 0 1 15,6-1-1-15,9-3 0 0,11 2 0 16,8-1 1-16,11 0-1 0,3 3 0 16,5 0 1-16,2 6-1 0,4 2 1 15,-1 5 0-15,1 2 7 0,-2 6 1 16,3 3 1-16,-4 3 2 0,-5 5-1 16,-6 1-3-16,-8 3-4 0,-7 3-2 31,-11 0 0-31,-11 1-1 0,-15-2 0 0,-12-1 0 0,-12-2-1 0,-14-3 1 15,-12-4-1-15,-14-7 1 0,-10-5 0 32,-7-2-1-32,-3 1 0 0,-5 2-5 0,-9 2-7 15,-23-2-29-15,4-4-29 16,0-5-735-16</inkml:trace>
  <inkml:trace contextRef="#ctx0" brushRef="#br0" timeOffset="144279.14">22423 4213 1836 0,'0'0'13'0,"0"0"-9"0,0 0-2 0,0 0 2 0,0-31 11 0,0 21 0 15,0 0-5-15,1-2-1 0,-1 1-1 16,2 0-3-16,1 1 1 0,3 0 0 15,1 1-3-15,2 1 0 0,1 2 0 16,2 1-3-16,2 3 0 0,0 2 1 16,2 0-1-16,1 6 0 0,-3 1 0 15,2 4 0-15,-2 5-1 0,-1 1 1 16,-4 4 0-16,-2 3 0 0,-6 1 1 16,-1 1-1-16,-3 1 2 0,-5-1 0 15,-4 0-1-15,0-2 1 0,-3-2 3 16,0 0 0-16,-1-4 0 0,1 1 0 15,1-3-2-15,1-2 2 0,2-2-2 16,3-2-2 0,4-4 0-16,3-1 0 0,1-2 0 0,4-2-1 15,5-1 1-15,7 0 2 0,4-1-2 0,13-5 0 16,10-2 0-16,10-3-1 0,3 0 1 16,-8-2 0-16,-8 5 0 0,-13 1 1 15,-9 4 1-15,-6 1-1 0,-4-2 1 16,-1 1-1-16,-1-1 0 15,-1 1-1-15,-2 1 0 0,-3 0-1 0,0 2 0 16,-3-1-13-16,-5-1-17 0,1 0-51 31,-1 0-191-31</inkml:trace>
  <inkml:trace contextRef="#ctx0" brushRef="#br0" timeOffset="146313.82">17784 5981 1686 0,'0'0'150'0,"0"0"-134"0,0 0-11 0,0 0-3 0,0 0 3 0,0 0 12 16,25-33-5-16,-20 24-4 0,-1-1 0 15,-2 1 1-15,-2 1 0 0,0-1-1 16,0-1-1-16,-1 2-1 0,-5 0 1 15,-1-1-2-15,-1 1-3 0,-1 0-1 16,-1 4 0-16,-1-1 0 16,2 5-1-16,-4 0 0 0,2 4 0 0,-3 4-3 31,1 5 1-31,-1 5 1 0,-2 5 1 16,3 4-1-16,1 5 1 0,2 5 0 15,4-3 0-15,1 0 1 0,2-3 0 16,3-4 0-16,3 0 0 0,3-1 1 15,1-3-1-15,1-2 1 16,4-5 0-16,-2-1-1 0,3-4 2 0,2-4 1 16,-2-2 1-16,4-4-2 0,-1-1-1 15,6-4 1-15,-1-3-3 0,4-4-18 16,11-16-13-16,-2 2-50 0,-6 1-1197 16</inkml:trace>
  <inkml:trace contextRef="#ctx0" brushRef="#br0" timeOffset="146488.91">18251 5914 1936 0,'0'0'5'0,"0"0"-5"0,0 0 5 0,0 0 7 16,0 0-4-16,0 0-4 0,-9-5-4 15,11 2-10-15,14-2-22 16,-4 1-33-16,6-1-115 0</inkml:trace>
  <inkml:trace contextRef="#ctx0" brushRef="#br0" timeOffset="146615.97">18291 6081 1900 0,'0'0'16'0,"0"0"-7"0,0 0-4 16,0 0 25-16,0 0-13 15,0 0-4-15,0 0-13 0,41-29-5 16,-14 9-36-16,3-1-85 0</inkml:trace>
  <inkml:trace contextRef="#ctx0" brushRef="#br0" timeOffset="147125.96">18710 5797 1882 0,'0'0'0'15,"0"0"-20"-15,0 0 19 16,0 0 1-16,0 0 12 0,0 0-2 0,0 0-3 16,0 0-3-16,0 0-3 0,0-4 3 15,0 4 0-15,0 0 2 0,0 0 3 16,0-2 4-16,1-1-2 0,-1 1-5 16,3-3-4-16,-2-1 0 0,-1-2 0 15,0 0-1-15,0-4 1 0,0 1 0 16,0-1 0-16,0-1 0 0,0 5 1 15,0 1-1-15,0 0 4 0,1 4-2 16,-1 1 0 0,0 0-2-16,2 2-2 0,-1 0-2 15,2 6-2-15,1 2 1 0,2 5 3 0,0 3 0 0,2 4-1 16,-1 3 1-16,-1 2 1 0,0 2-1 16,2-1 0-16,-2 0 1 0,-1 1-1 15,1-2 0-15,-1-3 0 0,0-1 0 16,1-4 0-16,0-1 0 0,-4-3 1 31,3-2-1-31,-3-3 0 0,-1-1 0 16,1-4 0-16,-2 0-2 0,0-1-6 15,-3 1 2-15,-4 0 5 0,-1 1 1 16,-3-1 1-16,-2 1-1 0,-2-1 0 16,1 1 2-16,-2 0 0 0,2 2 1 15,2-2 2-15,0 0 0 0,5-1-2 16,1-2-1-16,5-1 0 0,1 0-2 15,3-4-6-15,17-11-18 0,-1 2-34 16,6-2-123-16</inkml:trace>
  <inkml:trace contextRef="#ctx0" brushRef="#br0" timeOffset="147460.57">19037 5736 1875 0,'0'0'15'0,"0"0"-10"0,0 0 9 0,0 0-3 0,-13-2-8 0,11 7-3 16,-1 3 0-16,3 8 0 0,0 2 0 15,0 8 1-15,4 5 1 0,0-1 0 16,3 1 0-16,2-3-1 0,1-8 1 16,3 2-1-16,2-6 0 0,1-4-1 15,1-4 1-15,-1-4 0 0,5-4 1 16,-4-6 2-16,4-5 0 0,-3-4-2 15,-3-2 0-15,-5-4 1 0,-4-4 2 16,-4 1 3-16,-2-3 0 0,-8 0-3 16,-2-1-2-16,-4 2-2 0,-2 3-1 15,-2 2 0-15,1 6-2 0,-2 2 2 16,3 4-8-16,-6 1-7 0,6 4-22 16,-1 0-70-16</inkml:trace>
  <inkml:trace contextRef="#ctx0" brushRef="#br0" timeOffset="148275.56">20751 5639 1784 0,'-11'2'9'0,"-1"-2"-7"0,0 2 2 0,-5 3 15 0,4-1 6 0,0-1-3 16,2 3-11-16,3-4-1 0,0 2-3 15,4-3 3-15,3 1 0 0,1 1-1 16,1-2-6-16,7 0-2 0,4 1 6 16,5 2 1-16,16-4 1 15,13 0-2-15,19-4-3 0,14-5-2 0,5-2-2 16,4 2 0-16,-1-5 1 0,3 5 0 15,5-4 0-15,1-1-1 0,3 0-1 16,2 0-1-16,-4 0 2 0,-7 1 1 16,-10-1 0-16,-7 5-1 0,-8-4-1 15,-7 2 1-15,-7 2 1 0,-8 0 0 16,-13 4 0-16,-12 1-1 0,-9 1 1 16,-6 2 1-16,-2 0 0 0,0-2 6 15,-1 2 2-15,-1 0-7 0,-3 0-3 16,-2-2-1-16,0 1-2 0,-1 1 1 15,0 1 0-15,1-1-1 0,-1 0 0 16,2-1-1-16,-1 0 4 0,1 0-1 16,0-1 1-16,-3-2 1 0,3-1-1 15,2 0 1-15,0 0 0 16,1 3 0-16,1-2-1 0,1 3 1 0,0 0-1 16,1 0 0-16,2 2 0 15,2 0-2-15,3 2 2 0,-1 3 0 0,1 4 1 16,1 2 0-16,-2 3-1 0,-2 2 0 15,-2 2-1 1,-3 0 0-16,-4 0-11 0,-12 5-39 0,2-5-43 0</inkml:trace>
  <inkml:trace contextRef="#ctx0" brushRef="#br0" timeOffset="149654.29">22625 5403 1675 0,'0'0'25'0,"0"0"-21"0,0 1 0 0,0-1 25 0,0 0 22 31,0 0-5-31,-3-2-23 0,-1-1-10 16,1-1-6-16,-1-1-2 16,0 0 1-16,1-3 0 0,0-1 2 15,1 1-1-15,1-4 2 0,1-1-3 16,0-2 1-16,1 0 0 0,2 1-3 16,2-2 3-16,1 2-2 0,0 1-3 15,2 1 1-15,1 3-2 0,1 1-1 16,3 0 1-16,-2 2-1 0,4 0 0 15,-2 2-1-15,3 2 1 0,-1 2 0 16,1 5-1-16,0 2 0 0,-1 2 0 16,-1 4 0-16,-3 1 1 0,0 1 0 15,-4 5-1-15,-3 2 1 0,-3-1-1 16,-1 3 1-16,-4 0 0 0,-4-1 1 16,-3 2 0-16,-1-1-1 0,-1 2 0 15,-3-4 1-15,1 1-1 0,-3-3 1 16,0-1-1-16,1 0 1 0,-1-4-1 15,2-2 1-15,1-2-1 0,3-1 1 16,3-1 0-16,3-3 0 0,2-3 1 16,3 0 0-16,1-2 0 0,0-1 2 15,5 0 4-15,3 0-3 0,2 0-2 16,4-5 4-16,4 2-3 0,4-5-1 16,1-1 0-16,3 2-1 0,1-2 0 15,-1 0-2-15,-1 1 1 0,-2-2-1 16,-3 3 0-16,-1 0 0 0,-3-1-11 15,-1 2-7-15,4-3-18 0,-4-1-33 16,-2 2-116-16</inkml:trace>
  <inkml:trace contextRef="#ctx0" brushRef="#br0" timeOffset="150014.01">23182 5270 1802 0,'0'0'47'0,"0"0"-41"0,1-35 0 0,-1 21 7 0,-2 1 5 0,0 4 2 0,-1 2-5 15,-2 3-8-15,2 2-2 0,0 2-5 16,-1 5-1-16,-1 3-1 0,0 6 2 16,-4 7 0-16,3 2 0 0,-2 11 1 15,1-5-1-15,3 4 2 0,-1-3-1 16,5-4 0-16,0 1 3 0,3-3 1 15,3-1-2-15,2-4 0 0,2-2-1 16,2-5 1 0,3-2-1-16,1-6 1 0,1-1 0 15,4-3 1-15,0-6 2 0,1-2-2 0,1-5-2 0,-3-2-1 16,-4-5 1-16,-2 0 0 0,-6-3 0 16,-5-4 1-1,-4-7-2-15,-10-6 2 0,-3 2-3 0,-1 4-1 0,-5 0-2 16,2 11-5-16,-2-4 0 0,-5 0-12 31,-12 3-16-31,5 4-43 0,3 5-212 16</inkml:trace>
  <inkml:trace contextRef="#ctx0" brushRef="#br0" timeOffset="162196.94">26630 2725 1620 0,'0'0'14'15,"0"0"28"-15,-1-33-18 0,-1 19 0 16,-2 3-1-16,-1 1-3 0,0 1-8 15,-2 0-4-15,0 4-3 0,-3 1-1 16,-1 3 0-16,-2 1 0 0,-2 5-2 16,-4 5-2-16,-1 5 3 0,-3 4-1 15,-3 6-2-15,-5 9 1 0,-4 11 0 16,-4 10 0-16,3 3 0 0,7-4-1 16,8-7 1-16,9-5 0 0,4-3-1 15,7-4 2-15,1-6-1 0,3-4 0 16,3-8 1-16,1-1-1 0,2 1 2 15,5 0-1-15,2 2 2 0,4-5 1 16,0-2 1 0,4-3 1-16,1-5-3 0,0-2 0 0,1-2-4 0,-3-1 0 15,2-5-3-15,2-9-22 0,-5 1-47 16,-8 2-349-16</inkml:trace>
  <inkml:trace contextRef="#ctx0" brushRef="#br0" timeOffset="162440.79">26315 3037 925 0,'0'0'837'0,"0"0"-832"0,0 0-3 0,0 0 5 16,-34 0 11-16,33 0-1 0,1 0 3 31,2 0-5-31,6-2-7 0,3 1-5 16,8-3-1-16,5 1-1 0,14-4 0 15,11 0-1-15,10-4-11 0,-7 3-79 16,-13 1-397-16</inkml:trace>
  <inkml:trace contextRef="#ctx0" brushRef="#br0" timeOffset="163185.41">27048 2978 1642 0,'0'0'10'0,"0"0"-7"15,0 0 3-15,0 0 7 0,0 0 3 16,0 0-2-16,-37 0 6 0,31 0 0 16,1 0-2-16,1 0-2 0,0 0-1 15,3 0-2-15,0 0-2 0,0 0 1 16,1 0-2-16,0 0-5 0,2 0-1 16,4 0 2-16,0 0-2 0,5 0 0 15,5 0 0-15,2 0-1 0,4 0 0 16,4-2-2-16,2-1 0 15,2 1 1-15,7-4-1 0,9 0 1 0,11-3 0 16,5 2 0-16,3 0 0 0,-1 1 3 16,1 3-3-16,-3-1-1 0,0-2-1 15,0 3 1-15,-6-4-1 0,2 2 1 16,-4-1-1-16,-2 4 0 0,-3 0 0 16,-3 0 1-16,-5 0 1 0,-3 0-1 15,-7-2 0 1,-7 2 1-16,-8-1-1 0,-4 1 1 0,4 1 0 0,-3-1-1 15,2-1 0-15,-5 0 0 0,-4 0 0 16,-2 0 0-16,-2 2 1 0,-1-2 0 16,-1 2 0-16,0-1-1 0,0 2 0 15,-2-1 1-15,-1-1-2 0,-1 0 1 16,0 0-1-16,-4-2 1 16,0-1-1-16,-1-1 0 0,-2-1 0 0,-1-4 0 15,0 3 0-15,-3-2 0 0,0-1-1 16,-2 1 1-16,4-2 0 0,-3 0 0 15,4 3 1-15,2-3-1 0,1 3 0 16,1 2 1-16,1 0-1 0,2 1 0 16,1 2 0-16,1 1 0 0,0 1 1 15,1 2 0-15,2 0-1 0,0 0-1 16,2 0 0-16,3 3 1 0,1 2 1 16,4 2 0-16,2 3-1 0,2 1 0 15,0 2 0-15,3 1 0 0,0 2 1 16,-1 3-1-16,2-2 0 15,-5 4 0-15,0 0 0 0,-1-1 0 0,-5 0 0 32,-3 1 0-32,-4-2-1 0,-2-1 1 0,-7 0 0 0,-3-2 0 31,-2-2 0-31,-9 1-7 0,4-2-27 16,1-5-78-16</inkml:trace>
  <inkml:trace contextRef="#ctx0" brushRef="#br0" timeOffset="165214.6">28523 3420 1653 0,'2'-6'76'0,"-2"4"-45"16,1-3-10-16,-1 4-5 0,0 1 4 15,0 1-14-15,0 6-3 0,0 4 1 16,0-1 2-16,0 6-1 0,0 1 4 16,0-1 0-16,2 2-3 0,1-2-4 15,3 0 0-15,-3-3 1 0,2-1-3 16,0-5 1-16,6-5-1 0,0-2-19 16,-1 0-131-16</inkml:trace>
  <inkml:trace contextRef="#ctx0" brushRef="#br0" timeOffset="165348.85">28523 3203 1877 0,'0'0'64'0,"0"0"-63"32,0 0-1-32,0 0-31 0,0 0-19 15,0 0-70-15</inkml:trace>
  <inkml:trace contextRef="#ctx0" brushRef="#br0" timeOffset="165710.22">28695 3509 1814 0,'0'0'6'0,"0"0"-5"0,0 0 6 15,0 0-6-15,0 0 6 0,0 0 1 16,0 0-6-16,0 0 1 0,-3-41-3 16,3 29 1-16,0 2 1 0,0-2-2 15,0-3 0-15,0 0 1 0,3-3-1 16,2 1 1-16,3-1 0 0,3 4-1 16,1 0 0-16,3 6 0 0,2 1 0 15,2 2 0-15,-3 5 2 0,1 0-2 16,-2 5-1-16,1 3 1 0,-1 4 1 15,-1 4 1-15,-1 2 0 0,-4 0 2 16,0 1 0-16,-3 0 0 0,-2-3 2 16,-2-1 0-16,-2-1-2 0,0-3-2 15,0-4 1-15,0-1-3 0,0-4 3 16,-2-1-2-16,2-3 0 0,2-4-1 16,1-3-71-16</inkml:trace>
  <inkml:trace contextRef="#ctx0" brushRef="#br0" timeOffset="166445.87">29299 3156 1823 0,'0'0'4'0,"0"40"-1"16,-2-16-3-16,2 1 0 0,-2-6 1 15,0-4-1-15,-2-6 3 0,3-3 3 16,0-4 4-16,0 0 4 0,1-2 12 16,0-2 4-16,-1-2-10 0,0-4-10 15,0-6-8-15,-3-4 0 0,0-4-2 16,-2-4 0-16,0-3 1 0,-1-12-1 16,-1-11 1-16,-3-16-1 0,7-9 0 15,2 0 0-15,2 0 1 0,3 7-1 16,2 2 1-16,2 2-1 0,-3 2 0 31,0 4 0-31,0 6 0 0,-1 4 0 16,-1 6 0-16,-1 8 0 0,-1 10 0 15,1 10 0-15,-1 2 0 0,0 1 1 16,0-1-1-16,1 2 0 0,-1 4 0 16,0 3 0-16,0 2 1 0,0 3-2 15,0 0 1-15,0 0-2 0,-2 6 0 16,-3 4 1-16,-1 6 1 0,-2 5 0 15,-5 5 0-15,-1 6-1 0,-5 5 1 16,-5 11 0-16,-4 2 0 0,1-2 0 16,5-11 0-16,5-12 0 0,6-11 0 15,2-1 1-15,-1 1-1 0,-1-2 0 16,1 1 0-16,-1-3 0 0,5-4 0 16,-1-3 1-16,4-2 0 0,0-1 0 15,1-1 0-15,2-6 1 0,0-3 0 16,4-5-2-16,2-3 0 0,2-3 0 15,3-6 1-15,2 0-1 0,2-1 0 16,4-4 0-16,0 0 0 0,4-4 0 16,4-5 0-16,-3 7 0 0,-2 5 0 15,-4 9-1-15,-4 7 1 0,4 0 0 16,-1 0-1-16,3 4 1 0,-3 4-1 16,1 5 1-16,-2 2-1 0,2 7 1 15,-2 5-1-15,1 5 0 0,0 3 1 16,2 1 0-16,1 5 0 0,4 0 0 15,0 2 0-15,17 7-3 0,-8-8-51 16,-1-9-425-16</inkml:trace>
  <inkml:trace contextRef="#ctx0" brushRef="#br0" timeOffset="-214155.94">17424 6922 1779 0,'0'0'31'0,"0"0"-28"16,0 0-1-16,0 0-1 0,0 0 0 16,0 0 2-16,-32-2 0 0,32 2 3 15,0 0-2 1,0 0 1-16,5 0-4 0,3 0 1 0,4 0 1 0,9-2 3 16,14-3 0-16,18-7-2 0,17-8 1 15,14-5-3 1,3-3 0-16,3-3-2 0,-4 2 1 15,6 1 0-15,3 0 0 0,-4 5-2 16,-6 3 2-16,-5 4-1 0,-4 3 0 16,-4 1 0-16,-8 4 1 0,-8 1-1 0,-9 3 0 0,-10 2 0 15,-10 2 0-15,-10 2-1 0,-9 2-3 16,-6 2-12 0,-2 2-16-16,-1 4-13 0,-20 12-6 15,0-3-55-15,-4-1-1213 0</inkml:trace>
  <inkml:trace contextRef="#ctx0" brushRef="#br0" timeOffset="-213837.03">17920 7239 1792 0,'0'0'2'0,"0"0"-1"0,-40 25 0 0,31-18-1 0,7-1 0 31,2-2 0-31,2-2 0 0,7-1 1 15,7-1 5-15,14-4 0 0,17-6 0 16,18-6-2-16,8-4-1 0,0 0 0 16,-2 1-1-16,-10 2 1 0,3 1 5 15,0 0 4-15,3-1-1 0,-1 1 2 16,2-1-1-16,-2 2-2 0,-7 1 0 16,-4-1 0-16,-7 3 0 0,-9 0-3 15,-10 4-2-15,-8 2 0 0,-11 4-3 16,-2 1 1-16,-3 1-2 0,-1 0 0 15,-1 0 1-15,-3-1 0 0,-1 1 1 16,-6-1-3-16,-13 1-20 0,2 0-27 16,-4 0-86-16</inkml:trace>
  <inkml:trace contextRef="#ctx0" brushRef="#br0" timeOffset="-209535.95">22761 7168 1895 0,'1'-11'0'0,"1"0"0"0,0 1 0 0,0 1-1 0,-1 4 0 0,1 2 0 16,-2 3-2-16,0 1-2 0,0 4-1 16,0 7 6-16,0 5-1 0,-1 7-1 15,0 12 2-15,-1 16 1 0,2 21-1 16,-1 12 0-16,5 5 0 0,3 4 1 16,0-5-1-16,2 4 0 0,2 7 1 15,4 5 0-15,0-1-1 0,2 4 2 16,1-7 1-16,-2-1 0 0,4-2 2 15,-1-3 1-15,0-1 2 0,0 0-1 16,-1-7-1-16,0-3 0 0,-3-8-2 16,-3-5-2-16,-2-4-1 0,-3-8 1 15,-3 0-1-15,-1-8-1 0,-3-6 0 16,-1-5-11-16,-2-15-52 0,-1-8-188 16</inkml:trace>
  <inkml:trace contextRef="#ctx0" brushRef="#br0" timeOffset="-209105.76">21485 9427 1802 0,'0'0'4'0,"0"0"-2"16,0 0 0-16,0 0-1 0,-37-26 3 0,34 22 8 0,2 1-2 31,0 2 2-31,1 1 0 0,4-1-3 0,4 1-7 0,6-2-2 0,7 0 0 16,13-1 1-16,20-4 0 0,22-6 0 15,17-2 1-15,9-4 0 0,11-3-1 32,6-1 1-32,15-5-1 0,14-1 1 15,12-3 0-15,12-2-1 0,9-1 1 16,8 1 1-16,5 1 1 0,2 0-1 16,-2 1-1-16,-1 3 2 0,-10 0 5 15,-9 2-3-15,-11 3-3 0,-15 0-1 16,-16 3-2-16,-15 5 3 0,-20 0-3 15,-16 2 0-15,-16 2-1 0,-17 2 0 16,-13-1-7-16,-16 4-37 0,-9 0-72 16</inkml:trace>
  <inkml:trace contextRef="#ctx0" brushRef="#br0" timeOffset="-207489.63">22020 9297 1543 0,'0'0'48'0,"0"3"-21"0,-4-1-7 0,0-1 16 0,1 3 5 16,-3-4-8-16,1 1-9 0,2 0-7 15,0 0-6-15,1-1 0 0,1 0-3 16,1 0-2-16,0 0 0 0,0 0-2 16,1 0 0-16,2-3-1 0,2-3-1 15,1 0 2-15,4-3 0 0,-2-2 4 16,0 1 1-16,1-2 1 0,-1-1 0 16,0 0-2-16,-1 1 0 0,0-3-2 15,0 0-2-15,-2 0-2 0,-1-1 1 16,1-2-2-16,0 1 0 0,-1-2 0 15,0-1 1-15,0 0-2 0,1-2 1 16,-1 0 0-16,0-1-1 0,1-2 0 16,2 0 0-16,-2-2 0 0,1-3 1 15,1-1-1-15,-1 0 0 0,3-8 0 16,0-4 0-16,1-6 1 0,0-1-1 16,-1 4 0-16,-1 8 0 15,-1 3 0-15,1 1 1 0,0 0-1 0,-1 5-1 16,-1 3 1-16,-1 8 0 0,0-2 0 15,2-5 0 1,0-2 0-16,1-4 1 0,2-2-1 0,0 3 0 0,1-1 0 16,0 1 0-16,1 1 0 0,1 1 0 15,1 0 0-15,-1-1 0 0,4 1 0 16,-1 2 0-16,0 2 0 0,0-2 0 16,1 3 0-16,0 0 0 0,-1 2 0 15,2 0 0-15,-2 3 0 0,2 1 0 16,-3 1 0-16,3 2 0 0,-3 3 0 15,2 0 0-15,0 1 0 0,-2 2 0 16,1-1 0-16,-3 5 0 0,0 0 0 16,0 3 0-16,-2-1-1 0,1 2 1 15,0 0 0-15,-3 0 0 0,2 2-1 16,-1 0 1-16,-1 3 0 0,-1 1 0 16,1 0 0-16,-1 1 0 0,0 1 0 15,0 1 0-15,0 0 0 0,-1 2 0 16,2 1 0-16,1 0 0 0,0 2 0 15,0 1 0 1,2 0 0-16,1 1 0 0,3-1 0 0,-2 0 0 0,3 2 0 31,-1-1 0-31,3-1 0 0,-2 0 0 0,1 2 0 0,1-1 0 0,-2 0 0 16,1 1 0-16,-2 0 0 0,1 0 0 16,-3-1 0-16,2 0 0 0,-3-1 0 15,1 1 0-15,-2 0 0 16,0-1 0-16,0 2 0 0,0 1 0 0,0-3 0 31,-1 2 0-31,0 0 1 0,0-1-1 16,-2 4-1-16,1-5 1 0,0 4 1 15,-2-3-1-15,0 2 0 0,0-2 0 16,0 3 0-16,-1-2 0 0,-1 3 0 16,-1 0 1-16,0 0-1 0,-1 1 0 15,2-1 1-15,-1 0-1 0,2 1 0 16,1 1 0-16,1 0 0 0,0 0 1 15,1 0-1-15,1 1 0 0,0 0 0 16,1-1 0-16,0 0 0 16,-1 0 0-16,-1 0 0 0,2-1 0 15,-1 0 0-15,-1-2 1 0,2 1-1 16,-1-3 0-16,2 2 0 0,-2-1-1 0,0-1 1 16,1-1 1-16,-1 1-1 0,2-2 0 15,-1-1 0-15,0 1 0 0,2-1 0 16,-1 0 0-16,1-1 1 0,1-1-1 15,2-1 2-15,-1-1-2 0,3-1 1 16,-2-2-1-16,2-1 0 0,1-2 1 16,-2 2 0-1,1-3-1-15,-3 0 0 0,0-1 2 0,-2 1-2 0,-1-2 0 16,-4 0 3-16,-1 0-2 0,-3-1 0 16,-1 0 1-16,-1 1-2 0,-2-1 1 15,0 0-1-15,-1 0 1 0,0 0 0 16,0 0-1-16,-6 0-1 0,1 0-13 15,-1-1-102-15</inkml:trace>
  <inkml:trace contextRef="#ctx0" brushRef="#br0" timeOffset="-206689.52">26247 8886 1799 0,'0'0'6'0,"0"0"-4"15,0 0-1-15,0 0-1 0,-39-11 2 16,33 7 4-16,1 1 7 0,2 3 2 16,-1-2-4-16,3 1-3 0,1-1 3 15,0 2 0-15,2 0-6 0,5-1 2 16,5 1-5-16,5-1 0 0,15 0 0 16,16-3-1-16,21 1 1 0,12-4 0 15,7-4-2-15,4 2 1 0,3-4 0 16,12 0-1-16,12-1 1 0,11-2 0 15,8-3 1-15,12 1-2 0,9-2 0 16,9 0 0-16,9-1 3 0,6 0-3 16,5 1 0-16,8-1 1 0,0 1 0 15,4 0 1-15,3-1 2 0,1 2 3 16,-3 0-3-16,2 1 0 0,-5 1 0 16,-6 2 0-16,-4 1-1 0,-6 0 0 15,-13 1-2-15,-7 0 0 0,-12 2 0 16,-10-2-1-16,-14 2 1 0,-13 1 1 15,-14-2-2 1,-15 4 0-16,-10 0 0 0,-11 1 0 16,-11 1 1-16,-10-1-1 0,-14 3 0 0,-10 2 0 0,-9 0-2 15,-8 1-10-15,-11-1-21 0,-3 2-23 16,-7-2-168-16</inkml:trace>
  <inkml:trace contextRef="#ctx0" brushRef="#br0" timeOffset="-205608.69">28420 6450 1897 0,'-1'-16'3'0,"1"0"-3"0,0-1-1 16,1 0 1-16,1 6 0 0,1 1 1 15,0 6-1-15,-1 1 0 0,0 3-4 16,-1 5-3-16,2 6 3 0,1 5 3 16,-1 6 0-16,1 9 0 15,0 13 1-15,3 12 1 0,0 7-1 0,3 2 0 16,0-2 0-16,-2 1 1 0,1 5 0 15,1 6-1 1,-2 5 1-16,2 3 1 0,0 3 0 0,1 1 1 0,3 1 0 16,1 2 1-16,2 1 3 0,-1-2 0 15,4-3-1-15,0-9 2 0,2 0-1 16,-1-4 3-16,-1-2-3 0,-3-3-1 16,0-3-1-16,-4-6-2 0,-2-4-1 15,0-5-1-15,-4-7-1 0,-4-2 0 16,-2-6 0-16,-2-8-1 0,-6-2-9 15,1-7-35-15,-5-8-78 0</inkml:trace>
  <inkml:trace contextRef="#ctx0" brushRef="#br0" timeOffset="-203818.5">26003 8611 1729 0,'0'0'8'0,"0"0"1"0,-3-3 8 0,2 2-5 0,0 1-3 0,-1 0 2 15,1 0 0-15,1 0-2 0,0 1-5 16,0-1-3-16,0 2 0 0,0-2 1 0,3 3-2 15,1 0 1-15,1-1 1 0,2 1 1 16,1-1-2-16,1-1 2 16,2 0 0-16,2 2 0 0,3-2 0 15,0-1 2-15,3 0-1 0,0 0 0 0,3 1 0 16,2-3 0-16,-1-2 3 0,2 1 0 16,2-1-2-16,0-2 1 0,3 2-2 15,1-2 0-15,0-1-1 0,1 0-1 16,-2-1 1-16,1-3-2 0,1 1 1 15,-2-1-1-15,0-2 0 0,-2 0 0 16,0 1 0-16,-1-2-1 0,0 0 0 16,1-1 0-1,-2-1 1-15,-1 1 0 0,1-1-1 16,-1-2 1-16,0 3 0 0,-1-2-1 0,1-2 1 0,0-1 1 16,1 0-1-16,-1-1 0 0,1 0-1 15,-1 0 2-15,0-1-2 0,0-1 0 31,-1-1 1-31,0 0-1 0,-1 0 1 16,2-1-1-16,-1-1 0 0,0 0 0 16,-2-1 0-16,2 1 0 0,1-2 1 15,-1 1-1-15,-1-1 0 0,1 0 0 16,0 0 1-16,1 0 2 0,-1-1-1 16,-2 2 2-16,0-1-2 0,2-1 0 15,0-2-1-15,-1 2 0 0,1-2 0 16,0 1 0-16,-1 1-1 0,0-2 0 15,1 0 0-15,-1 0 0 0,1 1 0 16,0-2 1-16,-1 2-1 0,1 1 0 16,1 0 1-16,-1 0-1 0,2-1 1 15,-2 0-1-15,3-1 0 16,1 1 0-16,-1-1 0 0,0 0 0 16,0 1 1-16,0-1-1 0,-2 1 0 0,2-1 0 15,0 1 1-15,1 1-1 0,-1-2 0 16,-1 0 0-16,0 4 0 0,-2-2 0 15,1 2 0-15,1-1 0 0,-1 3 0 16,0-1 0-16,-1 0 0 0,0 2 0 16,1-1 0-16,-1 3 0 0,0-1 1 15,1 0-1-15,-1 2 0 0,0 0 0 16,0 2 0-16,1 0 1 0,-2 1-1 16,2 2 0-16,-2-1 0 0,2 3 0 15,1 0 0-15,-1 1 0 0,1 0 0 16,0 1 0-16,0 2 0 0,-1-1 0 15,0 4 0-15,-1 0 0 0,1 3 0 16,-2-2 0-16,0 1 0 0,-2 3 0 16,0 1-1-16,0 1 1 0,-3 0 0 15,2 3 0-15,-3 2-1 0,2-2 1 16,0 3 0-16,-1 0 0 0,2 1 0 16,-1 1 1-16,0 3-1 15,0-1-1-15,0 2 1 0,0-2 1 0,0 3-1 16,-1 0-1-16,2 1 1 15,-2 1 0-15,0-1 0 0,1 1 0 0,-1 2 0 16,-1-1 0-16,0 0 0 0,2 0 1 16,0 1-2-16,-3 1 1 0,3 0 0 15,-2 0 0-15,2 0 0 0,-1 1 1 16,-1 1-1-16,2 1 0 16,-3-1 0-16,1 1 0 0,-1 1 0 15,3-2 0-15,-1 3 0 0,0-1 0 0,1-1 0 16,0 2 0-16,2 1 1 0,-1-2-1 15,-1 2 0-15,2 1 0 0,1 1 0 32,-1 0 0-32,1 1 0 0,1-1 1 15,1 2-1-15,0 0 0 0,1-1 0 0,0 0 1 0,0-2-1 0,1 3 0 32,-1-2 1-32,1 0-1 0,0 2 1 15,1 0-1-15,0-2 1 0,0 1 0 16,1 1-1-16,1-1 1 0,0 0 0 15,6 2 1-15,7 4-2 0,4 2 2 16,4 2-1-16,-4-7 0 0,-4-4 0 16,-5-2-1-16,1-4 2 0,1 3-1 15,-3-2-1-15,2-2 1 0,2 0-1 16,1-1 0-16,0-1 0 0,2 0 1 16,1 1-1-16,0-3 2 0,4 0-2 15,-1-1 1-15,2 2-1 0,0-2 1 16,-3 2-1-16,1-5 0 0,-3 2 0 15,4-1 1-15,-2-1-1 0,-2 2 0 16,5-2 0-16,-2-2 0 16,2 3 0-16,3-5 1 0,2 1-1 0,0-1 1 15,1 0-1-15,-1 0 0 0,-2-3 0 16,-3-1 0-16,-3-2 0 0,-5 2 0 16,0-1-1-16,-3-1 1 0,-8 0 2 15,-8-1-2-15,-3 0 0 0,-4 0 2 16,0 0-1-16,1 0 0 15,0 0 1-15,-5 0-1 0,-5 0 1 0,-1 0-1 16,-4 0 0-16,-1-1 1 16,0 1-1-16,-1 0 0 0,-5 0-1 0,-12-2-14 15,-1 0-57-15,0-4-927 0</inkml:trace>
  <inkml:trace contextRef="#ctx0" brushRef="#br0" timeOffset="-202859.43">22764 10021 1761 0,'0'0'3'0,"0"0"0"0,0 0 1 16,0 0 9-16,0 0 10 0,26-35 2 16,-23 25-4-16,-1 2-5 0,-2 0-6 15,1 1-4-15,-1 0 3 0,-2 0 0 16,-2 2-3-16,-1 1 0 0,-1-1-4 16,-4 4 1-16,-1 0-2 0,-2 1 0 15,-3 3 0-15,1 5-1 0,-4 4 0 16,2 2 0-16,0 4 1 0,1 4-1 15,2 3 0-15,1 3 1 0,2 1-1 32,2 1 0-32,0 0 1 0,5-2-1 15,2-1 0-15,2-3 0 0,5-2 1 0,4-1 0 0,1-2 0 0,1-3 1 16,4-2 0-16,1-2 1 0,2-3 1 16,0-3 1-16,1-1-2 0,2-4 0 31,0-1-1-31,1-2-1 0,1-5-1 0,7-8-5 0,-3 1-31 15,-5 0-111-15</inkml:trace>
  <inkml:trace contextRef="#ctx0" brushRef="#br0" timeOffset="-201791.91">23304 9875 1758 0,'-3'-12'31'0,"-1"-2"-15"0,2-2-4 0,0-1 13 15,1 1-7-15,0 5 6 0,1 1-10 16,0 6 8-16,0 1-12 16,0 2-4-16,0 1-5 0,0 3-1 15,4 6-2-15,1 5 2 16,1 5 0-16,1 6 1 0,1 10 1 0,3 8-1 15,0 12 0-15,-1 1 0 16,0-3 0-16,-4-5 0 0,-2-10 0 16,1 0 0-16,-1-5-1 0,1-5 1 15,-1-7 1-15,-2-5-1 16,1-2 0-16,-1 3-1 0,-1-1 1 0,1 0-1 0,-1-2 1 16,1-4-1-16,-2-1 0 0,2-4 1 15,-2-1-1-15,0-3 0 0,0 0 1 16,0-1 1-16,-2 0 1 0,-3 0 0 15,-1-1-2-15,-3-2-1 0,-2-1 0 16,-4 2-1-16,1-4 0 16,1 3-2-1,-2-2 1-15,4-1 0 0,-1-1 1 16,3 0 0-16,3-3 1 0,0-1 0 16,2 1-1-16,1-1 1 0,2 3 0 15,1 1 0-15,1 4 0 0,4 1 1 16,0 2 0-16,1 2 0 0,4 5 1 15,3 0 0-15,0 4 1 0,1-1 2 16,-2 1 1-16,0-1-2 0,1-1-1 16,-2-2 3-16,1-2-3 0,1-4 0 15,0-1 0-15,3-4-1 0,0-3-2 16,0-2 0-16,5-9-15 0,-6 2-44 16,-1-1-189-16</inkml:trace>
  <inkml:trace contextRef="#ctx0" brushRef="#br0" timeOffset="-201185.3">28807 9316 1729 0,'0'0'79'0,"0"0"-66"0,0 0-9 0,0 0 6 16,21-41 3-16,-21 33 5 0,-2-1-3 16,-4 2-7-16,-5 3-3 0,-2 1-1 15,-4 3-3-15,-1 6-1 0,-4 4 1 16,-1 6 0-16,-1 5 0 0,2 6 1 16,2 5 2-16,3 6 0 15,6 7 2-15,7 5 1 0,4-3 1 16,9-10-1-1,-1-13-1-15,1-8-2 0,1-1 2 16,6 0 0-16,3 0-1 0,6 0-1 16,2-5 0-16,4-3-3 0,5-4 0 15,6-3-1-15,2-8-4 0,-7-2-38 16,-10 1-78-16</inkml:trace>
  <inkml:trace contextRef="#ctx0" brushRef="#br0" timeOffset="-200548">29352 9764 1799 0,'0'0'20'16,"0"0"-12"-16,0 0 22 0,0 0 3 15,0 0-6-15,0 0-4 0,18-7-4 16,-15 0-10-16,-2-1-7 0,1-3 1 16,0-2-1-16,-2-2 0 0,0-3 0 15,-2-3-1-15,-1-3 0 0,0-4 0 16,-1-1-1-16,0-10 0 0,2-9 0 16,1-12 0-16,2-3 0 0,3 4 0 15,3 5 1-15,-2 5-1 0,-2 2 0 16,-1 4 0-16,0 2 0 0,-2 11 1 15,0 7-1-15,0 6 0 16,-2 7-1-16,-1-1 1 0,-2 2 0 16,0 0 0-16,-1 2 0 0,0 3 0 15,1 4 0-15,-3 0 0 0,0 7-1 16,-3 2 1-16,0 5 0 0,-1 4-1 16,0 5 1-16,-1 3 0 0,-2 7 0 15,2-2 0-15,0-1 0 0,1 0 0 16,2-7 0-16,0 1 0 0,2-5 0 15,1-2 0-15,2-6 0 0,1-4 0 16,2-1 0-16,1-5 0 0,0-1 0 16,1 0 1-16,0-6 1 0,2-3-1 15,3-6-1-15,1-4 0 0,1-3 0 16,2-4 0-16,3-2 0 16,0-2 0-16,5-3 0 0,-1 3 0 0,3 0-1 15,0 3 1-15,0 5 1 0,-1 4-1 16,-1 8-1-16,-2 4 1 0,-2 2 0 15,-2 4 0-15,3 7 0 0,-1 4 1 16,-1 2-1-16,1 2 1 0,1 0-1 16,-3 1 0-16,1 2 0 0,1-3 0 15,-1-2 0-15,-1-1 0 16,8 0-1-16,-6 0-33 0,-1-5-114 0</inkml:trace>
  <inkml:trace contextRef="#ctx0" brushRef="#br0" timeOffset="-195620.68">27231 9146 1805 0,'0'0'3'0,"0"0"-2"15,0 0-1 1,-41 3 0-16,33 1 0 0,1-2 0 15,3 0 1-15,2 1 0 0,1-2-2 0,1 0 2 0,4 0 10 16,6-1-3-16,3 0-3 0,8 0 0 16,10-7 0-16,16 0 0 0,16-6-2 15,13-2 0-15,3 2 0 0,4-1 0 16,0 2 2-16,5-2-1 16,6 1 1-16,7-2-3 0,7-1 1 15,6 2-2-15,5 0 2 0,4 1-2 16,2 3 0-16,5-2-1 0,5 4 0 15,1-1 3-15,3 3-1 0,0 0-2 16,2 0 0-16,-2 2 2 0,-5-1 1 16,-6 0-1-16,-3 2-2 0,-7-2 3 15,-4 3 0 1,-6 0 1-16,-6-1-2 0,0 3 1 0,-9-1-1 0,-8-1 2 16,-6 1-1-16,-11 0-1 0,-7-1 0 15,-7 0-2-15,-9-3 0 0,-12-1 2 16,-10 2-1-16,-8-1-1 0,-4 0 1 15,-2 0 0-15,-1-1 1 0,0-2 0 16,-5-1 3 0,-3 0-2-16,0-2-2 0,-3 2 0 0,-3-3 0 0,1 4-1 15,2 0 0-15,0 1 1 0,1 1-1 16,0 2 0-16,1-2 0 0,1 1 0 31,-2-1 0-31,4 3 0 0,-2 0 0 16,0 1 1-16,0 1-1 0,0 0 0 15,0 0 0-15,0 1 0 0,0 0-1 16,0 0 1-16,0 2-1 0,0 1 1 16,0 2 0-16,1 1 1 0,1 2-1 15,1 0 0-15,2 2 0 0,-2-2 1 16,5 1-1-16,-5-2 1 0,2-1 0 16,-2-1-1-16,0-2 1 0,-1-2-1 15,-2 0 1-15,-2 2-2 0,-3 0 1 16,-6 2-3-16,-17 8-11 0,1-2-44 15,-1 0-58-15</inkml:trace>
  <inkml:trace contextRef="#ctx0" brushRef="#br0" timeOffset="-194677.75">27234 9135 1386 0,'2'-10'425'0,"0"-1"-422"0,1 1-2 15,-2 0 0-15,-1 4 2 0,0 2 6 16,-6 0 10-16,0 3-14 0,-3 1-3 16,0 1-1-16,-4 6 0 0,0 5 0 15,-2 2-1-15,0 2 0 0,0 4 1 16,2-1 0-16,3-2 0 0,2-1 0 16,4-3 0-16,3-2 2 0,1-3 1 15,4-1 1-15,5 0 1 0,2 0-1 16,2 0 0-16,3-1 0 0,1-1-2 15,0 0 1 1,-2 0-3-16,1 1 0 0,-5 0 1 0,-2 0-2 0,-4-3 0 16,-2 2 0-16,-2-3 0 0,-1-1 0 15,-1 3 0-15,-2 0-10 0,-1 1-28 16,1-3-82-16</inkml:trace>
  <inkml:trace contextRef="#ctx0" brushRef="#br0" timeOffset="-193481.86">31108 8351 1048 0,'0'0'584'0,"0"0"-558"15,0 0-14-15,-2 2 18 0,1-1 5 16,-3 0-7-16,1-1-5 0,-2 0 1 0,-1 0-7 16,2-2-4-16,-4-1 3 0,3 0 0 15,-2-2-3-15,1-2 1 0,2-2-3 16,-1-2-4-16,0-3-1 0,0-1-1 16,2-4-2-16,0-3 0 0,1-6 0 15,-1-8 1-15,3-11 0 16,0-11 0-16,8-8 2 0,2 2-1 0,2 5-1 15,4 4 2-15,0 2-4 0,6-1-1 16,0 2 0-16,3 2 0 0,2 2-1 16,-3 9 2-16,0 7-2 0,-6 9 0 15,-3 5 0-15,-1 2 1 16,0 1-1 0,0-2 1-16,1 2-1 0,-4 4 1 15,-2 4-1-15,-4 3-1 0,0 1 1 16,-2 3 0-16,0 0-1 0,-1 2 0 15,-2 5 0-15,0 4-2 0,0 3-6 16,-2 5-12-16,-6 14-21 0,2-4-36 16,-2 0-118-16</inkml:trace>
  <inkml:trace contextRef="#ctx0" brushRef="#br0" timeOffset="-192859.27">30868 8189 1669 0,'0'0'64'0,"0"0"-28"0,0 0-13 0,0 0 5 16,-10-17-1-16,9 14-1 0,1 1-6 15,0-2-5-15,0 2-6 0,0-1-2 16,0 1-2-16,0 2-4 0,3 0 0 15,0 4 0-15,2 1-1 0,2 1 0 16,1 4 0-16,2-1 1 0,0 5 0 16,4 2-1-16,-3 1 0 0,3 0 1 15,-1 3-1-15,-2-2 1 0,3-1-1 16,-3 1 1-16,0-3-1 0,-2-3 0 16,1-2 1-16,1-2-1 15,-2-1 0-15,1-3 2 0,-3-1-1 0,3-3 1 16,-2 0 1-16,2 0 3 0,-1-3-1 15,1-2-1-15,-2-3 0 0,4-2-2 16,-2-1 1-16,1-4 0 0,1-2-1 16,-1 0-1-16,1-3 0 0,0 0 0 15,-2 2-1-15,2 1 1 0,-4 2-1 16,0 2 0-16,-3 5 0 0,0 1 0 16,-1 1 0-16,1 5 0 0,-4 0 0 15,1-1 0-15,0 2 0 0,1 0 0 16,-2 0-1-16,1 0-5 0,0 0-14 15,3 0-25-15,-2 0-47 0,0 0-354 0</inkml:trace>
  <inkml:trace contextRef="#ctx0" brushRef="#br0" timeOffset="-146427.06">17773 2555 735 0,'0'0'948'0,"0"0"-942"0,0 0-2 15,0 0-2-15,-24-41 1 0,16 32 22 16,0 0 2-16,-6 1 3 0,3 0-25 16,-2 0-1-16,-5 2 1 0,0 1-1 15,2 2-1-15,-2 2-1 0,1 1 0 16,-1 0-1 0,-3 4-1-16,4 2 2 0,-4 2-2 0,2 1 1 0,0 3-1 15,-1 2 1-15,-1 2 0 0,-1 2 1 31,0 1 0-31,0 2-2 0,0 2 2 0,1 1 0 0,-1 4 0 0,5 0 0 16,-1 1 0 0,2 2 2-16,-1 0-1 0,6 1 0 0,-3 5-1 15,4 6 1-15,2 5 0 0,5 1 0 0,3-6 1 32,0-3-1-32,3-6-2 0,1-1 2 15,0-4 1-15,1-6-2 0,0-3 1 16,-1-3 0-16,4 3 0 0,0 2-2 15,2 3 2-15,4-2 1 0,0-1-2 16,2-1 1-16,0 0-1 0,6-3 1 16,-2-2-1-16,1-3-2 0,1-1 2 15,2-3-1-15,-1-2 0 0,0-2 0 16,2-2 1-16,0 0 0 0,-1-3-1 16,-2 0 0-16,0 0 0 0,2-3 2 15,-4 0-1-15,0-2 0 0,-2-1-1 16,3 2 1-16,-4 0-1 0,0-2 1 15,0 3-1-15,1-4 1 0,-2 0 0 16,2-3-1-16,-1 1 0 0,-3-2 0 16,2-2 3-16,1-2 1 0,1-1-2 15,-1-5 0-15,0 0-1 0,-1-3 2 16,0-3-1-16,-1-1-2 0,0-8 2 16,-1-6-2-16,2-6 1 0,-5-3 0 15,-3 3-1-15,-3 0 2 0,-5 4 0 16,-2-2 0-16,-4 0 1 0,-5 1-3 15,-5 0 1-15,-5-1 0 0,-4 2-2 16,-2-1 0-16,-6 4-1 0,-2 4 0 16,-4 4-3-16,1 6-4 0,0 6-7 15,3 7-15-15,2 7-8 0,11 5-22 16,3 2-189-16</inkml:trace>
  <inkml:trace contextRef="#ctx0" brushRef="#br0" timeOffset="-145152.22">10226 10834 1189 0,'0'0'599'0,"0"0"-599"16,0 0 3-16,-23-38 0 0,19 30 8 15,1 0 0-15,0 3 5 0,0 1 4 16,1 1-11-16,1 2-3 0,0-1-3 15,1 2 0-15,0 0-3 0,0 0-1 16,0 0-4-16,0 3-1 0,0 3 4 16,2 2 2-16,3 4 1 0,-1 4 0 15,1 2-1 1,0 4 2-16,2 0-2 0,-2 5 1 16,0 0 0-16,-1 1-1 0,0 0 0 15,1 0 1-15,-1 1 0 0,0 0-1 0,-2-1 2 0,-1-1-1 16,-1 0 0-16,0-5-1 0,0-4 1 15,0 0 0-15,-1-3-1 16,-1-2 0-16,-4-1 1 0,1-2 1 16,0 1-1-16,-2-4 0 0,0-1 2 15,-1-3-1-15,0-2-1 0,-1 0 2 16,0-1-1-16,-2-2 1 0,0-3 1 0,1 0 0 16,-2-5 4-16,1 2-1 0,-1-5 0 15,1 1 1-15,0-3-1 0,-2-2 0 16,1-3-2-16,1-2-4 0,-1-2 1 15,3-1 0 1,1-2-2-16,1-1 0 0,3 0 0 0,1 2 0 0,3 2 1 16,0 1-1-16,0 2 1 0,3 2-1 15,2 2 0-15,1 0 0 0,0 3 1 32,1 0-1-32,1 3-1 0,2 1 1 15,0 2 0-15,0 3-1 0,2 1 0 16,1 1 0-16,2 4 0 0,2 1 1 15,3 5-2-15,1 5 2 0,3 2 0 16,1 4 0-16,-1 2-1 0,2 1 1 0,-2 0 1 0,1 0-1 0,-2-3 1 16,0 0-1-1,-3-2 0-15,1-4 0 0,-2-2 1 16,-2-4-1-16,-1-2 0 0,0-3 1 16,-1-2 0-16,-2-5 0 0,1-4 1 15,-1-2-1-15,-1-6 1 0,0-2 0 16,-1-3-1-16,0-4 0 15,-2-2 2-15,-2-2 2 0,-2 0-2 16,-2 1-1-16,-1 3-1 0,-1 2 0 16,-1 4-1-16,1 4 1 15,-1 3 1-15,0 3-1 0,0 3-1 16,0 4 1-16,0 1-1 0,0 1 0 16,0 2-1-16,0 0-3 0,0 3-13 15,0 1-25-15,0-1-57 0</inkml:trace>
  <inkml:trace contextRef="#ctx0" brushRef="#br0" timeOffset="-144596.71">11147 10627 1912 0,'-4'1'4'0,"2"-1"-1"0,1 0 2 0,0-2 3 0,1-2-5 16,1-2 1-16,4-5-1 0,4-1-2 15,5-3-1-15,3-1-1 0,11-7-23 16,-4 5-46-16,-2 4-68 0</inkml:trace>
  <inkml:trace contextRef="#ctx0" brushRef="#br0" timeOffset="-144484.56">11320 10663 1808 0,'0'0'9'0,"0"0"19"0,0 0-7 0,0 0 1 16,0 0-5-16,0 0-2 15,0 0-13-15,34-33-2 0,-10 5-53 16,4-3-217-16</inkml:trace>
  <inkml:trace contextRef="#ctx0" brushRef="#br0" timeOffset="-143259.14">11929 10275 1837 0,'0'0'4'0,"0"0"-1"0,0 0 1 15,-21-49 0-15,15 30 1 0,2-4 7 16,1-3-2-16,1-6-4 0,0 1-4 16,2 0 0-16,0 0 2 0,2 7-1 15,3 0-2-15,2 5 1 0,3 4 1 16,0 6 0-16,3 4-2 0,1 5 0 16,2 0 0-16,0 9 1 0,2 3 1 15,1 4 2-15,-1 3-1 0,-1 2 0 16,-2 1 0-16,-3 2-2 0,0-2 0 15,-3 0-1-15,-1-2 0 0,-2-4 0 16,-1-1-1-16,-2-5 1 16,0-1-1-16,-3-5 0 0,0-2 1 0,0-2-1 15,0-1 3-15,0-5 1 0,0-4-4 16,-3-2 0-16,0-4 0 0,-2-5 1 16,0-2-1-16,0-4 0 0,0-2 0 15,1-2 0-15,0 1 0 0,2 0 0 16,2 4 1-16,0 4-2 15,4 3 1-15,1 7 0 0,1 5 0 0,1 5 0 16,2 2-1-16,0 6 1 0,2 6 0 16,4 4 1-16,-3 4 1 0,2 2 0 15,-2 1-1-15,-2 1 0 0,2-2 0 16,-4 0-1-16,1-5 0 0,1 0 1 16,-2-6-1-16,2-3 0 15,1-3 1-15,-2-5-1 0,1-4 0 16,0-6 1-16,0-4-1 0,0-4 0 15,-2-5-1-15,1-2 1 0,-2-3-1 16,-2-6 1-16,0-7 0 0,-1-4 0 16,-3 5 0-16,-1 10 0 0,0 11 0 0,1 8 1 15,-1 1-1-15,0 2 1 0,0 1 0 16,0 5 1 0,0 2 0-16,2 4-2 0,-1 8 0 0,1 3 0 0,0 6 0 15,2 4 0-15,0 0 1 0,2 2-1 16,0-3 1-16,2 0-1 0,-1-2 1 15,2-3-1-15,0-3 0 16,1-4 1-16,2-2 0 0,1-3 0 16,-2-5-1-16,1-2 1 0,0-2 0 15,0-5 0-15,0-4 1 0,-1-2-2 16,-2-3 1-16,1-2 0 0,-3-2-1 16,-3-1 0-16,-1-1 0 0,-3 0 0 15,-6-1 0-15,-5 0-1 0,-2 4-1 16,-4 1 2-16,1 1-1 0,-3 3 1 31,2 4-1-31,-1 3 1 0,2 5-2 16,-1 2 1-16,-1 2 1 0,3 4-1 15,2 1 1-15,1 0 0 0,6-2 0 16,4-1 0-16,2-2-3 0,8-2 2 16,7 0-1-16,0-7-1 0,9-3 0 15,1-5-2-15,2-2-6 0,2-1-2 16,-5-1 10-16,-1 3 1 0,-4-1 2 15,-4 4 0-15,-3 3 0 0,-2 5 1 16,-5 2 2-16,1 3 1 0,-1 1 0 16,1 8 1-16,-1 3 3 0,-1 2 3 15,3 4-5-15,-2 2-1 0,4-1 0 16,-1 0 0-16,-2 0-2 0,2-3-1 16,0-1-1-16,0-3-1 0,1-4 0 15,-2-1 0-15,3-7-20 0,-3-2-32 16,-2-5-175-16</inkml:trace>
  <inkml:trace contextRef="#ctx0" brushRef="#br0" timeOffset="-143131.93">12588 9463 1943 0,'-4'0'4'0,"-1"0"-2"0,4 0 0 0,1-2-2 16,4-5-8-16,2-1-60 0,2-1-217 0</inkml:trace>
  <inkml:trace contextRef="#ctx0" brushRef="#br0" timeOffset="-142300.7">12896 9518 1708 0,'0'0'7'0,"0"0"-3"0,0 0 0 15,0 0 5-15,4 6-3 0,-2-6 10 16,1-2 17-16,0-3-2 0,-1-2-11 16,1-3-6-16,-2 1-2 0,0-3 0 15,-1 2-2-15,-1-2 5 0,-3 2-4 16,-1-1-5-16,-4 3 2 0,-1 1 0 15,-1 1-2-15,0 3-2 0,-3 1-1 16,1 2-3-16,-1 5 3 0,1 4-3 16,-2 3 1-16,2 6-1 0,3 3-1 15,4 1 1-15,3 3 0 0,3 2 0 16,5 0 0-16,4 3 1 0,4-1-1 16,4-2 1-16,2-2 1 0,3-1-1 15,0-4 1-15,1-5-2 0,0-4 0 16,1-5 2-16,1-5-1 0,0-3 1 15,0-7-2-15,-2-5 2 0,-1-3-2 16,-2-5 1-16,-4-3-1 0,-2 0 1 16,-4-3 0-16,-4-1 0 0,-4-2-1 15,-2 2 0-15,-5-3 1 0,-3 2 0 16,0 0 0-16,-6 3 0 0,2 5-1 16,2 3 1-16,-1 9-1 15,3 0 1-15,3 8 1 0,-3 2-1 0,4 5-1 16,2 5 0-16,2 5-2 0,-2 5 2 15,6 3 0-15,5 2 0 0,2-3-1 16,3-1 1-16,4-2 0 0,2-5 1 16,0-6-1-16,6-3 0 0,-1-4 0 15,7-4-1-15,9-8-9 0,3-8-4 16,-9-1-53-16,-8 3-192 0</inkml:trace>
  <inkml:trace contextRef="#ctx0" brushRef="#br0" timeOffset="-140750.3">13617 9204 1719 0,'0'0'31'0,"-11"-14"-25"0,5 3 1 16,-3-3 15-16,4-1 2 0,0-2 4 16,2-3-6-16,-2-2-8 0,3-3-5 15,1 1-3-15,1-2-1 0,0 3-1 16,0 1-1-16,5 3-2 0,1 4 1 15,2 2 0-15,3 5-2 0,-2 2 1 16,3 2-1-16,0 2 0 0,2 2 0 16,2 6 1-16,-3 1-1 0,2 5 0 15,0-1 1-15,2 6-1 0,-4 0 0 16,0 1 0-16,-1 0 2 0,-2 1-2 16,-2-2 1-16,-3 1-1 0,-1-4 0 15,-1 0 0-15,-2-3 0 0,-1-1 0 16,0-4 0-16,-1-1 2 0,-1-3-1 15,-1-2 1-15,0 0-1 0,-3-6 1 16,1-3 1-16,-1-3-2 0,1-3 1 16,-1-4-2-16,0-2 0 0,3-2 1 15,1-4-1-15,-1-1 0 0,3-1 0 16,0 0 0-16,0 0 0 0,4 4 1 16,4 4-1-16,-3 6 0 0,3 3 0 15,0 5 1-15,3 1-1 0,0 5 0 16,-1 1 0-16,3 4 0 0,2 4 1 15,-1 1 0-15,0 6 1 16,2 2-1-16,-3 2 1 0,-1 1-1 0,1 2 1 16,-5 0-1-16,-3-2-1 0,0 0 2 15,0-2-2-15,-3-3 0 0,0-2 0 16,-2-5 1-16,1-1-1 0,1-2 0 16,-2-3 1-16,0-2-1 0,0-2 4 15,0-4-1-15,0-5-2 0,-3-2 0 16,3-3-1-16,-2-4 0 0,2-3 0 15,0-4 0-15,-2-2 0 0,4 0 0 16,-2-2 0-16,0 2 0 16,0 3 1-16,0 2-1 0,5 5 0 0,-2 6 0 15,2 4 1-15,0 6-1 0,0 3 0 16,2 0-1-16,-1 6 1 0,3 3 0 16,0 6 1-16,2 3-1 0,-1 4 1 31,-1 1 0-31,2 3 0 0,-2-4 0 15,0 0-1-15,3-1 0 0,-2-5 0 16,1-1 0-16,0-4 1 0,0-4-1 16,1-2 1-16,-1-3-1 0,-1-2 0 15,4-4 0-15,-5-5 1 0,0-2-1 16,3-3 2-16,-4-4-2 0,0 0 0 16,-3-2 1-16,-2-1-1 0,-1-2 0 15,-2 0 1-15,0-2-1 0,-2-1 0 16,-4 0 0-16,1 4 0 0,-3 1 0 15,3 5 1-15,-1 2-1 0,3 5 0 16,0 6 1-16,3 3-1 0,0 2-2 16,0 9 0-16,0 3 2 0,3 4 0 15,3 4 0-15,0 2 0 0,1-1 0 16,2 0 0-16,2-4 0 0,-1-1 1 16,1-3-1-16,1-5 0 15,-1-1 0-15,-1-5 0 0,1-3 1 16,0-1-1-16,-4-3 0 0,2-6 1 0,-1-2-1 15,0-4 1-15,-3-1-1 0,-1-4 0 16,-2-2-1-16,-2-3 2 0,2 0-2 16,-4-1 1-16,-4-2 0 0,1 1 0 15,0 1 0-15,-2 5 0 16,3 5 0-16,2 3 0 0,-2 7 0 0,4 5-1 16,0 2 0-16,4 8-3 0,4 4 4 15,0 3 0-15,0 5 0 0,3 1 0 16,-2 1 0-16,1-1 0 0,1-3 0 15,0-1 0-15,2-7 0 0,-2-1-1 16,0-6-1-16,3-4-9 0,-1 0-8 16,0-7 1-16,0-6-7 0,-1-3-41 15,0-3-48-15,-4-2-108 0,-3-2-248 16,-3-3-229-16,-2 2 699 0,0-3 0 16,-5-1 373-16,0-2 81 0,-3-4-150 15,-1 2-141-15,1 3-85 0,0 0-10 16,0 8-19-16,3 0-23 0,2 6 5 15,1 4-8-15,1 5 1 0,1 4-7 16,0 2-10-16,0 6-7 0,5 5 0 16,4 6 0-16,-1 5 3 0,3 5-1 15,3 9-1-15,1 7-1 0,3 4 1 16,-3-5-1-16,-3-10 0 0,-2-10 2 16,-2-8-2-16,-2 3 0 0,5 2-3 15,-3 2-33 1,0-6-49-16,-3-5-665 0</inkml:trace>
  <inkml:trace contextRef="#ctx0" brushRef="#br0" timeOffset="-140511.52">14665 8161 1881 0,'-6'-1'22'0,"1"1"-20"0,1 0 0 0,3 0 2 0,1 5-4 16,3 5 0-16,2 5 1 0,3 5 3 15,6 5 1-15,2 8 0 0,6 7-2 16,-4-4-2-16,0-3 0 0,-2-4 0 16,-5-7-1-16,2 4 0 0,-1 2 0 15,-2-3-7-15,-2-2-13 0,1-5-32 16,-4-5-18-16,-3-5-98 0</inkml:trace>
  <inkml:trace contextRef="#ctx0" brushRef="#br0" timeOffset="-140304.68">14714 8503 1708 0,'0'0'80'16,"0"0"-55"-16,0 0 5 0,-14-41-1 16,14 24-10-16,5-1-1 0,4-2-8 15,2 0-4-15,6 2-3 0,1 0-1 16,-1 5-2-16,1 4 1 0,2 4 1 15,-1 4 2-15,-3 2-2 0,3 10 2 16,-5 1-1-16,2 5 3 0,-5 2 0 16,-3 2-3-16,1-1 0 0,-7-1-2 15,1-1 0-15,-3-4-1 0,1-7-14 16,1-4-59-16,-2-3-647 0</inkml:trace>
  <inkml:trace contextRef="#ctx0" brushRef="#br0" timeOffset="-140161.1">14809 8250 1961 0,'0'0'3'15,"0"0"0"-15,0 0 4 0,0 0-2 16,0 0-5-16,0 0-3 0,6-39-42 16,7 30-154-16</inkml:trace>
  <inkml:trace contextRef="#ctx0" brushRef="#br0" timeOffset="-139572.68">14980 8074 1867 0,'0'0'5'0,"0"0"-4"0,-23-52 1 0,14 34 1 0,4 4 9 16,0 3 9-16,2 5-6 0,1 4-2 16,1 2-6-16,1 0-6 0,0 8-1 15,5 5 0-15,1 9 0 0,6 13 0 16,6 12 1-16,6 12 0 0,4 4 0 16,-1-2 2-16,-2-9 1 0,-4-5-1 15,-1-4 0-15,-2-2 0 0,-1-4-2 16,-4-5 0-16,-4-8-1 0,-1-5 1 15,-1-3-1-15,2 3 0 0,-1 0-2 16,0-4-6-16,-2-2-18 16,1-6-31-16,-3-6-73 0</inkml:trace>
  <inkml:trace contextRef="#ctx0" brushRef="#br0" timeOffset="-139366.02">15019 8175 1836 0,'0'0'31'0,"0"0"-30"0,0 0-1 16,28-35 0-16,-12 31 1 0,3 3 1 15,-1 2 1-15,2 9 4 0,0 4 0 16,-2 4-1-16,-1 5-2 0,-4 4-1 16,-5 1-2-16,-4 1 0 0,-5-1 2 15,-2 0-1-15,-5-5-1 0,-2-1 0 16,1-4 1-16,0-4-2 0,2-4 1 15,4-10-1-15,-2 0-14 0,5-8-99 16</inkml:trace>
  <inkml:trace contextRef="#ctx0" brushRef="#br0" timeOffset="-138967.4">15158 7941 1548 0,'0'0'378'0,"0"0"-376"16,0 0 0-16,0 0 0 0,-28-38 0 16,28 32-1-16,0 4 0 0,1 1-1 15,4 1-1-15,4 8-1 0,2 5 1 16,5 7 1-16,0 6 0 0,4 12 0 16,4 8 1-16,0 7-1 0,0-4 1 15,-4-8 0-15,-7-17 1 0,-1-8-1 16,-2-5 2-16,1 2-1 0,3-2 1 15,2-2-2-15,-4-4 2 0,0-4 1 16,-1-3-1-16,-2-4 1 0,-1-5-1 16,0-2-1-16,-3-5 0 0,-2-3-2 15,0-3 2 1,-3-1-2-16,0-1 0 0,0 0 0 0,-3 5 0 0,0 1 1 16,3 8-1-16,0 3 1 0,0 7-1 15,0 2 0-15,1 0 1 0,4 8-1 16,1 2 2-16,2 4 0 0,2 1 0 15,-1 2-2-15,2-3 1 0,-1-1-1 32,1-2-3-32,-3-4-34 0,-2-4-103 15</inkml:trace>
  <inkml:trace contextRef="#ctx0" brushRef="#br0" timeOffset="-138824.5">15430 7974 1896 0,'0'0'47'16,"0"0"-44"-16,0 0-1 0,0 0 0 0,0 0-2 16,0 0-2-16,-24-41-61 0,29 32-342 15</inkml:trace>
  <inkml:trace contextRef="#ctx0" brushRef="#br0" timeOffset="-137415.8">12758 9522 1835 0,'-2'-9'3'0,"1"-1"-1"0,1-3 0 0,-2 1 2 32,2 3 13-32,0 1 2 0,0 4-3 15,0 3-5-15,0 1-5 0,2 3-6 16,-2 8 0-16,3 4 2 0,-2 8 0 16,1 9 0-16,3 9-1 0,-2 8-1 15,0 1 0-15,-3-7 1 0,0-9-1 16,0-10 1-16,0-6-1 0,0 1 0 15,0 0 0-15,0 4 0 0,0-1 1 16,0-4-1-16,0-5 0 0,0-1 1 16,0-6 0-16,0-2-1 0,0-3 1 15,0 0 0-15,0-1 1 0,0 0-1 16,0-2-1-16,0-5-13 0,1 0-47 16,0-3-129-16</inkml:trace>
  <inkml:trace contextRef="#ctx0" brushRef="#br0" timeOffset="-136234.06">12759 9851 1708 0,'0'0'55'15,"0"0"-50"-15,0 0 8 0,0 0 1 16,0 0-7-16,-4-44 3 0,7 23 2 16,-1-2 1-16,4-4-3 0,0-2 1 15,-2-7-2-15,0 4-4 0,-4 0 2 16,0 0 0-16,0 6-3 0,-6-4 0 15,-1 3 0-15,-1 2 0 0,-1 5 2 16,1 4 0-16,-1 4 2 0,1 5 0 16,-1 2-3-16,1 3-2 0,0 2-1 15,1 0-1-15,1 2-1 0,1 4 1 16,3 2-1-16,2 3-1 0,-1 0 0 16,7 4 1-16,2 1 0 0,4 0 0 15,1 1 0-15,3 1 0 0,3-1 0 16,2 1 0-1,-1 0 0-15,1 1 1 0,1 2-1 0,-2 0 0 16,1 0 0-16,-3 1 0 0,-1 2 0 0,-5-2 0 16,-4-1 0-16,-3-3 0 0,-5 0 1 15,0-3-1-15,-8-1 0 0,0 0 2 16,-6-3 0-16,-2-2 0 0,-1-2 0 16,1-2 2-16,-1-4-1 0,0-1 1 15,4-3 1-15,1-2 0 0,1-4-4 16,2-1-1-16,4-3 0 0,2 1-1 15,3-3-5-15,6-4-22 0,2 2-29 16,1 3-77-16</inkml:trace>
  <inkml:trace contextRef="#ctx0" brushRef="#br0" timeOffset="-134522.81">15591 8060 1514 0,'0'3'155'15,"0"-2"-130"-15,0 0-16 0,0 2 20 16,0-3 8-16,0 0-8 0,2 0-1 16,-1-5 4-16,1-2-13 0,2-3-10 15,-1-3-2-15,0 0-4 0,1-3-1 16,-3-1 1-16,1 0-3 0,-2-1 1 15,0-1 0-15,-3 0 1 0,-1 1 0 16,-2 0-1-16,-1 1 2 0,0 3-2 16,-1 4 3-16,0 1 3 15,-1 3 1-15,1 3-2 0,3 2-3 0,-1 1-1 16,-2 2-1-16,2 3-1 0,1 5 0 16,2 1-1-16,3 4 0 0,0 3 1 15,3 2 0-15,5 1 0 0,1 0 2 31,1-1 0-31,4 0 1 0,0-2-2 16,-1-3 0-16,4-2 0 0,-2-3-1 0,0-1 1 0,1-5 0 0,0-3 0 16,-2-2 1-16,2-7 1 0,0-6-2 31,-2-3 1-31,0-1-2 0,-6-3 1 16,0-1 0-16,-5-3-1 0,-3 2 1 15,0-4 0-15,-3 2 0 0,-6-1 0 16,1 0 0-16,-5 4 0 0,-3 2-1 15,0 3 2-15,2 3-1 0,0 6 0 16,-2 2 1-16,5 3-1 0,1 3 0 16,1 0-1-16,6 5 0 0,0-3-1 15,3 3 0-15,0-4 0 0,3 2 1 16,5-2 0-16,6 1 0 0,2-2 1 16,3-2 0-16,3-3-1 0,1-1 1 15,0 0-1-15,2 4 0 0,-1 0 0 16,-3 2 0-16,-1 9 0 0,-1 0 0 15,-5 7 1-15,0 2 1 0,-3 4 1 16,-3 2 0-16,-2 1 0 0,-1 1-1 16,-2-1 0-16,-1-2 0 0,3-4-2 15,1-5 3-15,2-3-1 0,3-6 2 16,3-4-1-16,7-4 0 0,2-7-2 16,9-10-1-16,9-6 0 0,8-7-10 15,0-2-16-15,-5 2-24 0,-17 12-69 16,-8 6-723-16</inkml:trace>
  <inkml:trace contextRef="#ctx0" brushRef="#br0" timeOffset="-133931.55">12284 10447 1931 0,'-14'4'2'0,"1"-2"-1"0,-4 2-1 0,2-1-1 0,-2 2-5 31,0 2 3-31,-1 0 1 0,1 1 0 16,2-1 1-16,3-1 0 0,4-1 1 15,0-2 0-15,6 0 0 0,2-3 0 16,5-3 0-16,8-5 1 0,9-4 1 16,16-10 1-16,20-14 3 0,25-18-1 15,17-9-2-15,10-6 1 0,8-6-1 16,6-1 0-16,12-12 3 0,14-11 0 16,17-7 1-16,8-8-1 0,15-6 3 15,11-4-3-15,4-8-1 0,7 0-1 16,6-1 2-16,-5 3-1 0,2 4 2 15,-5 2-1-15,-8 6-2 0,-7 7 6 16,-15 9-3-16,-13 7-5 0,-18 7 1 16,-20 8-3-16,-16 9 0 0,-17 9 0 15,-17 11 0-15,-16 4 0 0,-21 4-12 16,-16 13-59-16,-12 5-262 0</inkml:trace>
  <inkml:trace contextRef="#ctx0" brushRef="#br0" timeOffset="-133819.77">16198 8011 2000 0,'0'0'0'0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617.08099" units="1/cm"/>
          <inkml:channelProperty channel="Y" name="resolution" value="1090.7789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8-20T08:47:01.90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4931 11840 1786 0,'-2'-1'12'0,"2"0"-2"15,-1 0 4-15,1 1-12 16,0 0-2-16,0 0-1 0,0 0-1 0,1 0-1 16,0 0 2-16,2 0 0 0,1 1 1 15,4 1 0-15,1 1-1 0,3-1 1 16,3-1 0-16,0 2-1 0,3-2 1 16,1-1 0-16,5 0 0 0,1 0 0 15,3-2 1-15,3-1-1 0,3 0 0 16,6-2 0-16,8-1 0 0,6-1 0 15,-1 1 1-15,-6 3 1 0,-6 0 0 16,-5 3-1-16,0 0-1 0,-2 3 1 16,-3-1 0-16,-7 4-1 0,6 0 0 15,7 4 1-15,3 3-1 0,5 1 0 16,-15-3-6-16,-8-6-155 0</inkml:trace>
  <inkml:trace contextRef="#ctx0" brushRef="#br0" timeOffset="39117.53">5080 5213 1675 0,'0'0'4'0,"0"0"-1"16,0 0 2-16,0 0 14 0,0 0 11 16,0 0-9-16,-23-3-6 0,21-1-3 15,2-3-4-15,1-5-2 0,6-3-2 16,4-5-3-16,3-5 1 0,7-10 0 16,5-10 0-16,5-6-2 0,2-1 1 15,-5 6 0-15,0 4-1 0,-5 8 2 16,-3 5-2-16,-2 4 1 0,-6 6-1 15,-1 0 0-15,1-1 0 0,0-1 1 16,0 0-1-16,-5 6 0 0,-3 3 0 16,-2 5 0-16,-2 4-2 0,-2 3-5 15,-4 1-8-15,-7 13-33 0,2 0-107 16,-1 0-1433-16</inkml:trace>
  <inkml:trace contextRef="#ctx0" brushRef="#br0" timeOffset="39500.08">4955 4902 1726 0,'0'0'0'0,"0"0"4"0,0 0 2 0,0 0-1 0,0 0-1 16,-13-7-1-16,12 7 1 0,1 0-4 16,0 3 0-16,0 4-4 0,0 4 4 15,3 3-1-15,-1 5 1 0,1 2 0 16,1 4 2-16,0-2 1 0,-1 1 0 15,1-5 0-15,0-1-1 0,1-4-1 16,2-4 2-16,0-1 1 0,1-3-2 31,3-1 1-31,0-3 0 0,1-1-2 16,6-1-1-16,13-11-11 0,-4-2-60 16,0-2-828-16</inkml:trace>
  <inkml:trace contextRef="#ctx0" brushRef="#br0" timeOffset="40411.51">15515 4405 1756 0,'0'0'5'15,"0"0"-4"-15,0 0 2 0,0 0-1 0,0 0 3 16,-17-17 7-16,15 16-4 0,2-2 2 16,-2-1-3-16,1-1 4 0,1-2-1 15,0-1 2-15,1-3-7 0,3-2-3 16,2-4 1-16,5-1-3 0,3-4 1 15,5-4 0-15,8-9-1 0,8-8 0 16,9-9 1-16,2-1-1 0,-5 3-1 16,-6 10 0-16,-13 12 1 0,-5 7 0 15,-9 7-1-15,0 2 1 0,0 0 0 16,-3 0 1-16,1 0-1 0,-3 5-1 16,-3 1 1-16,0 3-2 0,-2 2-2 15,-1 1-18-15,-4 1-3 0,-6 12-24 16,3-1-56-16,-4 0-371 0</inkml:trace>
  <inkml:trace contextRef="#ctx0" brushRef="#br0" timeOffset="40809.22">15390 4253 1736 0,'0'0'2'0,"0"0"1"0,0 0 6 0,0 0-3 0,0 0 0 16,-5-9-4-16,2 9 0 0,3 0-2 15,-1 0-1-15,1 2-2 0,0 5 3 32,0 2-1-32,0 3 1 0,0 3 0 0,0 1 1 0,0 0-1 15,4 0 0-15,-1-1 0 0,2-3 1 16,0-2-1-16,3-4-1 0,1-1 1 16,1-3 2-16,1-2 1 0,6 0 2 15,1-3 3-15,1-4-2 0,6-3-1 16,0 0-4-16,1-2-1 15,16-8-4-15,-10 4-23 0,-4-1-63 0</inkml:trace>
  <inkml:trace contextRef="#ctx0" brushRef="#br0" timeOffset="47442.84">8872 8290 1025 0,'-2'-2'53'0,"0"1"38"0,-1-2-10 16,0 0-17-16,1 1-23 0,1-2-8 16,-1 2 13-16,1-1 15 0,0 1-6 15,-1-1-20-15,2 1-5 0,0-1-6 0,0-1-3 16,0 2-6-16,0 2-3 16,0 0-12-16,0 0-1 0,3 4 1 15,-2-1 0-15,3 1 1 0,-1 1-1 16,0-1 2-1,0 3-1-15,1 0-1 0,-1-1 0 16,1 0-3-16,-1-2 2 0,2 0 0 16,-2 0 1-16,1-1 0 0,-1-1 0 15,0 2-1-15,1-3 1 0,-2-1 0 16,2 1 6-16,-1-1 4 0,1 0-4 16,1 0 0-16,0-1-1 0,1-1-1 15,2-3-4-15,3-2 5 0,0-1-2 16,3-5 1-16,1-2-1 0,2-1-1 15,-1-2 0-15,1-1-2 0,-1 1 2 16,1-1 2-16,-2 0-3 0,1 2 0 16,-2-1 2-16,1 3 1 0,-4 1-2 15,-1 3 3-15,-2 2-1 0,-3 1 1 16,-1 4 0-16,0 1 1 0,-1 0 0 16,-2 2-2-16,-1 1-1 0,0 0-2 15,0 0 1-15,0 0-2 0,0 0-1 16,3 0 1-16,-1 0 0 0,2 3 0 15,1 1-4-15,1 7-16 0,-1-3-40 16,-1 1-148-16</inkml:trace>
  <inkml:trace contextRef="#ctx0" brushRef="#br0" timeOffset="48276.16">31381 8465 1423 0,'0'0'4'0,"0"0"-3"0,-35-6 6 0,20 3 9 0,0-3 3 16,0 2 13-16,-1-2-18 0,2 0-10 16,-2 0-4-16,-1-1-31 0,0 0-18 15,-8-2-20-15,7-1-58 0,0 1-202 0</inkml:trace>
  <inkml:trace contextRef="#ctx0" brushRef="#br0" timeOffset="48675.65">31008 8221 1771 0,'0'0'4'15,"0"0"1"-15,0 0 1 0,0 0 3 0,0 0-2 0,0 0-3 16,0 0-2-16,0 0-1 0,-6-25 0 15,6 25 0-15,0 0-1 0,-2 1-1 16,1 4 1-16,0 3-1 0,-1 1 1 31,2 3 0-31,0 3 0 0,0-1 0 16,0 2-1-16,0 2 1 0,0-4 1 16,4 1-1-16,1-3 1 0,0-4-1 15,3-1 0-15,0-3 1 0,6-2 0 16,0-2 0-16,3-5 0 0,4-1 0 15,3-4 1-15,3-3-1 0,3-2 0 16,8-6-1-16,6-5 2 0,3-5 0 16,-4 0 0-16,-12 8 2 0,-10 5-1 15,-5 4 1-15,4 0-2 0,-2 0 1 16,1 0-1-16,-3 4-1 0,-6 2 0 16,-3 3 1-16,-2 1 0 0,-4 2-1 15,1 1 1-15,-2 1-2 0,0 0-1 16,0 1-4-16,0 5-23 0,-3 1-40 15,1-2-147-15</inkml:trace>
  <inkml:trace contextRef="#ctx0" brushRef="#br0" timeOffset="64556.14">24668 5168 1565 0,'0'0'11'16,"0"0"33"-16,0 0-11 0,0 0-12 16,0 0-12-16,-14-24-5 0,12 20 0 15,1-1 4-15,0-2 6 0,1-2 0 16,0 0-3-16,2 0-5 0,2-3-2 16,0 0 1-16,3-2-4 0,1 0 0 15,3-3 0-15,0 2 0 0,0-2-1 16,2-1 0-16,-1-1 1 0,1 1-1 15,-2-1 0-15,2-1 0 0,-1 0 1 16,1 1 2-16,0 0-2 0,1-1 3 16,0 1-3-16,1 1 1 0,0-1-1 15,2 0 2-15,-2 0-1 0,2-1 1 16,0 1-2-16,0 1 1 0,1-1 2 16,-1 1 0-16,0 2 0 0,-2 1 2 15,2-1 0-15,-4 1-2 0,3 1 0 16,-2 0 0-1,1 0-3-15,1 2 1 0,1-1-2 0,-2 1 3 0,4-2-1 16,-3 1 0-16,4-2 0 0,-1 1-1 16,2-1 1-16,1 0-2 0,2 0 1 15,-1 1 0-15,1-3-1 0,1 3 0 16,1 0 1-16,0-1-1 0,-1 3 0 16,-2 0 0-16,3 1 0 15,0-1 0-15,1 2 0 0,1-2 1 0,1 2-1 31,0-1 0-31,2 2 0 0,5-3 0 16,8 1 0-16,9-3 0 0,1 1 0 16,-3 2 0-16,-5 2 0 0,-5 1 0 15,2-1 0-15,-2 2 0 0,-1 1 0 16,0 1 0-16,0 1 0 0,1 0 1 16,2-1-1-16,-2 0 0 0,2 1 0 15,2-2 0-15,1 2 1 0,2 1-1 16,1 2 0-16,1-2 0 0,2 0 0 15,2 2 0-15,-1-2 0 0,5 0 0 16,0-1 0-16,4 0 0 0,-1-2 0 16,1 1 0-16,-3 1 0 0,-2-1 0 15,-1 4 0-15,-1-2 1 0,2 1-2 16,3 0 2-16,2-2-2 0,4 2 2 16,3-2-1-16,0 2 0 0,2 1 0 15,-2-1 0-15,1-1 0 0,1 1 0 16,-2 0 0-16,4 0 0 0,-1 0 0 15,0 2 0-15,-2-2 0 0,-2 1 0 16,-3-1 0-16,-1 0 0 0,-1 0 0 16,-3 2 0-16,0-1 1 0,-4 0 0 15,-3-2-1-15,-3 0 0 0,-5-1 0 16,-6-1 1-16,-7 1 3 0,-7-2 1 16,-9 2 1-16,-1 1-1 0,0-1-1 15,1 1 0-15,0 1-3 0,-4 1 0 16,-2 0 0-16,-2 1-1 0,-2 0 0 15,-3 2-12-15,-3-1-111 0</inkml:trace>
  <inkml:trace contextRef="#ctx0" brushRef="#br0" timeOffset="73296.95">9499 9849 692 0,'0'0'68'0,"0"0"46"0,0 0 33 0,0 0-43 0,0 0-20 0,0 0 30 16,0 0-14 0,0 0-37-16,0 0-11 0,0 0-2 0,0 0-12 0,0 0-11 15,0 0-6-15,0 0-10 16,0 0-3 0,0 0-4-16,0 0-1 0,0 0-2 15,0 0 0-15,0 0-1 0,0 0-2 16,0 0-3-16,3 0-13 0,1-2-4 15,0-1-154-15</inkml:trace>
  <inkml:trace contextRef="#ctx0" brushRef="#br0" timeOffset="75801.25">8706 8008 1226 0,'-5'-1'172'0,"-1"-2"-166"0,1 1 18 0,0-1 16 0,-1-2-6 16,1 1-7-16,-1 0-2 0,3 1 0 16,-1 0 9-16,0 0-6 0,1-2-7 15,0 0-6-15,-1 0 0 0,0 0-1 16,-1 0 0-16,2 1-4 0,1 1-2 15,1 1-1-15,0-1-1 0,0 1-4 16,1 2 0-16,0 0-2 0,2 0 0 16,1 0 0-16,3 1-1 0,-1 5 1 15,1-1-1-15,1 3 1 0,-1 1 0 16,3 2-1-16,-2-1 1 0,1 2 0 16,-1-1 1-16,1-1-1 0,0 0 0 15,0-2 0-15,-1-1 1 0,2-2-1 16,-3 0 0-16,1-4 1 0,0 0 0 0,1-1 3 15,-1 0 0-15,1-3 2 16,1-3 4-16,2-4 2 0,0-1-1 16,3-3-2-16,1-5 2 0,2-3-1 15,1-3-2-15,0-1-4 0,2-2-1 16,0 1-1-16,-1 2 0 0,0 3 0 16,1 1-1-16,-3 4-1 0,0 3 1 15,-3 2 0-15,-2 5-1 0,-3 4 0 16,1 3-9-16,-2 3-24 0,-4 1-39 0</inkml:trace>
  <inkml:trace contextRef="#ctx0" brushRef="#br0" timeOffset="82369.12">8419 11154 1689 0,'-1'-3'4'0,"0"2"-3"16,1-2 0-16,-1 1 2 0,1 1 1 16,0 1 11-16,-1-1-3 0,0-1-3 15,0 1 1-15,0 0 0 0,0 0-3 16,1 1-1-16,0-1-3 0,0 1-1 15,0 0-1-15,0 0 0 0,0 0 0 16,0 0 0-16,0 0 2 0,0 0 0 16,0 0-1-16,0 0 1 0,0 0-2 15,-1 0 1-15,1 0-2 0,-1 0 0 16,1 0-1-16,0 1-1 0,0 2 2 16,0 0 1-16,1 4-1 0,0 2 1 15,1 2-1-15,-1-1 0 0,2 1 1 16,-1 0-1-16,3-2 0 0,-1 0 1 15,0-1-1-15,0-2 1 0,-1-2 0 16,1 0-1-16,0-1 2 0,0-1-1 16,2 0 0-16,0-1-1 0,-1 1 0 15,2-2 1-15,0 0-1 0,2-2 0 16,2-3 1-16,-1-2 2 0,2-3-2 16,0-4 0-16,3-1 1 0,-2-6 1 15,4-4-1-15,-1-1-1 0,1-3 0 16,0-1 0-16,-1 2-1 0,-3 2 0 15,-2 4 1-15,-3 5-1 0,-3 3 1 16,-2 7 0-16,-2 3 1 0,-1 2 2 16,0 1-3-16,0 0 3 0,0 1-4 15,-2 0-2-15,-3 2-11 0,-1-1-44 16,-1 3-242-16</inkml:trace>
  <inkml:trace contextRef="#ctx0" brushRef="#br0" timeOffset="82849.11">8410 11096 1690 0,'0'0'7'0,"0"0"-4"0,0 0 7 0,-4 0-5 0,4 0-2 0,0 0-2 16,0 0-2-16,0 0-3 0,0 1-4 16,1 5 4-16,3 1 4 0,1 5 0 15,0 3 0-15,3 2 1 0,0 2 0 32,2 2-1-32,-1-1 1 0,0 0 0 15,-1-3 0-15,0-2 2 0,1-1-3 16,-1-2 1-16,0-4 3 0,0-1-1 15,2-2 0-15,-1 0 2 0,0-3 4 16,0 0-5-16,-1-2 3 0,2 0-1 16,1-3-1-16,1-4-2 0,2-3 3 15,2-5 7-15,3-2-1 0,0-6-6 16,7-9-1-16,4-8-3 0,3-4-1 16,-5 3 1-16,-5 9-2 0,-9 12 1 15,-3 4-1-15,1-1 0 0,-1 2 2 16,4-4 1-16,-4 5 3 0,-3 4-1 15,-3 4 0-15,-1 1-2 0,-3 5-1 16,-1 0 0-16,0 0 1 0,0 0-3 16,0 0-2-16,0 0-2 0,0 3-4 15,3 4-12-15,-1-1-29 0,0 1-212 0</inkml:trace>
  <inkml:trace contextRef="#ctx0" brushRef="#br0" timeOffset="85525.19">30752 11097 1618 0,'0'0'8'0,"0"0"-4"16,0 0 16-16,0 0 13 0,0 0-7 15,-9-15-11-15,7 13 2 0,2 0 3 16,-1 0-7-16,1 1-1 0,0 0-3 16,0 1 1-16,0-1-1 0,0 1-3 15,-2 0-3-15,2 0-2 0,-2 2-1 16,1 3 0-16,1 3 1 0,-2 0-1 16,1 3 0-16,1-1 1 0,0 0 0 15,0 0-1-15,3-3 1 0,-2 0 0 16,3-4 0-16,1 0 4 0,2-2 8 15,3-1-4-15,1 0-4 0,4-5 1 16,5-2-1-16,3-2-2 16,4 0-1-16,1-4-1 0,1 1-1 0,1-2 0 15,-3 0 0-15,-3 0 0 0,-2 0-2 16,-2 3-2-16,-5 1-2 0,-1 1 0 16,-6 3-5-16,-4 0-9 0,-4 4-3 15,0-1-28-15,-3 1-161 0</inkml:trace>
  <inkml:trace contextRef="#ctx0" brushRef="#br0" timeOffset="85908.75">30890 11008 1782 0,'0'0'4'15,"0"0"-3"-15,0 0-1 0,0 0-1 16,0 0-1-16,0 0 2 0,-17 18-1 15,12-8 1-15,-2 1-4 0,1 2 3 16,1 1-2-16,-1 1 3 0,0 3 0 16,3 0 0-1,-2 1 0-15,3 1 1 0,-1-1-1 0,3 2 1 0,-2-2 1 16,2 1 1 0,3-5 1-16,2-1 4 0,5 0 5 0,1-3-4 0,2-3-1 15,2-1-2-15,3 0 1 0,4-4-1 31,3-1 3-31,11-2-1 0,12-7-3 16,11-8 0-16,6-2-3 0,-1-2 0 16,-7 2 0-16,-7 3-2 0,-3 1 1 15,-5 2 0-15,-11 3-1 0,-7 4 1 16,-10 0-1-16,-1 3 1 0,-2 1 0 16,-1-1 1-16,2 1 1 0,-7 0-1 15,-2 0 0-15,-1 0-1 0,-1 3-1 16,1 2-1-16,-1 1-19 0,1 1-48 15,-2-3-267-15</inkml:trace>
  <inkml:trace contextRef="#ctx0" brushRef="#br0" timeOffset="92302.18">6341 9757 1226 0,'0'-2'52'0,"0"0"8"0,0 0 21 0,0 2-30 16,0 0 12-16,0 0 0 0,0 0-22 15,-1 0-13-15,0 0-5 0,1 0-6 16,0 0-5-16,0 0-6 0,0 0 0 16,0 0-3-16,0 0-3 0,0 0 0 15,0 0 2-15,2 0-2 0,1 0 2 16,2 0-1-16,0 0-1 0,2 0 1 15,0 0-1-15,1 0 0 0,0 2 1 16,4 0-1-16,0-1 0 0,3 0 0 16,0 0 0-16,3-1 1 0,1 2-1 15,2-2 0-15,2 0 0 0,0 0 0 16,2 0 1-16,3-3-1 0,0 2 0 16,2-2 0-16,1 1 1 0,2 1-1 15,0-1 0-15,1 0 1 0,6 1-2 16,3 0 2-16,8-1-1 0,0-1 0 15,-2 1 0-15,-4 1 0 0,-4 0 1 16,0-1-1-16,2-3 0 0,2-1 0 16,-1-1 0-16,4 1 1 0,-2 0 0 15,2 2-1-15,2 0 0 0,-2-1 0 16,2 2 1-16,-1-1 2 0,-3 2-2 16,0 1 3-16,-1 1-4 0,-1 0 0 15,1 0 1-15,-2 3-1 0,-2 0 0 16,2 1 1-16,-3 0-1 0,0-1 0 15,-1 0 0-15,-1 0 1 0,-1 0-1 16,-3 0 1-16,-5-1-2 0,-6 0 2 16,-6-1 0-16,-2-1 1 0,3 1 4 15,3 1 3-15,0-1 1 0,-2 1-1 16,0-1-2-16,-3 0-3 16,-4 1-1-16,-1-1-2 0,-1 1-1 0,-2-1 1 15,-3 0 0-15,-2 0-1 0,0 0 0 16,-1 0 1-16,-2 0 0 0,0 0 0 15,0 0 0-15,0-1 2 0,-2 0 5 16,-1 0-3 0,-1 0-4-16,-2-3 0 0,0 0-1 0,0 1 0 0,0-2 1 15,-1 0 0-15,0 0 0 0,1-1 0 16,-2 1-1-16,2-1 2 0,0 0-2 16,-1 1 1-16,1-1-1 0,-1 1 0 15,2 0 3-15,1 1-2 0,0 0 0 16,0 1 0-16,1-1 0 0,2 2-1 31,-1-1 1-31,1 1 0 0,-1 1 0 16,2-2 1-16,0 2-1 0,0 0 0 15,-1 0 1-15,1 0-1 0,0 0 0 16,0 0 0-16,0 0-1 0,0 0 0 16,0 0 1-16,0 0-1 0,0 0 0 15,0 0 0-15,0 0 0 0,0 0 0 16,0 0 0-16,0 0-1 0,3 0 1 15,-1 0-1-15,0 0 1 0,0 0-1 16,1 0 1-16,0 0 2 0,1 0-2 16,1 0 0-16,-1 0 1 0,3 0-1 15,-2 0 1-15,0 2-1 0,-1-1 0 16,0 1 1-16,-1-2 0 0,-1 2-1 16,1 1 2-16,0-1-2 0,0 2 2 15,-1 1-1-15,-2 2 1 0,0 3-1 16,0 4-1-16,-5 5 0 0,-9 13-3 15,-16 24-10-15,3-6-36 0,-6-1-181 0</inkml:trace>
  <inkml:trace contextRef="#ctx0" brushRef="#br0" timeOffset="93462.3">9632 9723 1713 0,'0'0'2'0,"0"0"2"0,0 0 0 0,-7-22-3 0,5 16 1 15,0 0 2-15,2 2 3 0,-1-1-1 16,1 1 3-16,0 1-3 0,0 1 0 16,0 0-4-16,1 2-1 0,0 0-1 15,2 0 0-15,0 3-1 0,2 4 1 16,2 3 1-16,2 5 1 0,2 3-1 15,2 3 3-15,1 5-4 0,0 2 2 16,1 2 0-16,2 1-1 0,0 2 0 16,-2 2-1-16,3 4 1 0,0 6 0 15,2 3 1-15,-4-6 0 0,-4-11-1 16,-4-11-1 0,-3-7 1-16,1 3-1 0,2 0 2 0,-1-1-1 0,0-2 0 31,-2-4-1-31,-2 0 2 0,-1-4-2 15,1 1 0-15,-3-3 1 0,0 0-1 16,0-1 0-16,0-1-4 0,0 1 2 16,-3-2-7-16,-2 0-23 0,1-1-45 15,-2-2-217-15</inkml:trace>
  <inkml:trace contextRef="#ctx0" brushRef="#br0" timeOffset="93885.57">9578 9699 1516 0,'0'0'186'0,"0"0"-175"0,0 0 8 16,0 0-14-16,-3-2-5 0,2 4 2 15,0 2-2-15,0 5 3 0,-1 4-1 16,1 5-2-16,0 4 4 0,1 3-4 15,0 0 2-15,0 2-2 0,0-2 1 16,0-1 0-16,-1-2 0 0,0-2-1 16,-1-2 0-16,-1-3 2 0,2-2-2 15,0-4 0-15,-1-1 0 0,1-3 0 16,-1-1 2-16,1-1-2 0,0-1-1 16,0-2-5-16,1-3-21 0,0-3-79 15,0-2-278-15</inkml:trace>
  <inkml:trace contextRef="#ctx0" brushRef="#br0" timeOffset="94205.25">9571 9673 1612 0,'0'0'6'16,"0"0"7"-16,0 0 1 0,0 0 5 0,0 0 0 0,0 0 2 31,0 0-9-31,-3-11-7 0,8 11-3 16,2 2 4-16,2 1 3 0,5 2-3 15,1 2-4-15,4 1 0 0,0 0 0 16,0 4 0-16,2-3 0 0,-1 1-1 16,-1-1-1-16,-1-2 1 0,-1-1-1 15,0-1 1-15,-4-2 0 0,0-1-1 16,-3 3 2-16,-1-3-1 0,-2 1-1 15,-1 0 1-15,-3-2-1 0,-1 3-2 16,0-1 2-16,-1 0 0 0,-1 1-1 16,-1 3 0-16,-6 4-8 0,-2-1-97 15</inkml:trace>
  <inkml:trace contextRef="#ctx0" brushRef="#br0" timeOffset="96866.9">20831 9747 1658 0,'0'0'9'0,"0"0"4"0,0 0 8 0,-5-11-3 0,5 8 2 0,0-1 4 31,-1 0-9-31,1 2 1 0,0 1-1 16,0 0-6-16,0 1-1 0,0 0-2 15,0 0 0-15,0 0-2 0,0 0-2 16,0 0-2-16,0 1 0 0,0 3-2 15,2 3 2-15,2 2 0 0,2 2 0 16,0 1-2-16,0 4 2 0,5 3 0 16,-1 5 1-16,1 2 0 0,-1 3-1 15,2 6-1-15,-2-2 1 0,-2-1 1 16,1 0-1-16,-2-6 0 0,1 5 0 16,0-4 2-16,2-1-2 0,-3-2 0 15,1-2-1-15,-2-2 2 0,0-2-1 16,-1-2 0-16,1-2 1 0,-2 0-1 15,1-4 0-15,-2-2 0 0,-1-1 0 16,-1-3 0-16,0-2 0 0,-1-1 0 16,0-1 1-16,0 0 0 0,0 0 0 15,0 0-1-15,0-3-2 0,-1 0-12 16,-4-7-17-16,0 2-73 0</inkml:trace>
  <inkml:trace contextRef="#ctx0" brushRef="#br0" timeOffset="97329.46">20737 9755 1711 0,'0'0'1'0,"0"0"7"0,0 0-3 0,-1 0 1 16,1 0 11-16,-1-1-7 0,-1 3-10 31,0 3 4-31,-1 4-3 0,1 5 2 16,-2 2-2-16,1 3 1 0,0 2-1 15,-1 0-1-15,0-1 2 0,0-1-2 16,1-2 1-16,0-2 1 0,0 0-2 15,1-3 0-15,0-2-2 0,0-1-2 16,1-4 0-16,0-1-20 0,1-3-29 16,0-1-112-16,0-1-1030 0</inkml:trace>
  <inkml:trace contextRef="#ctx0" brushRef="#br0" timeOffset="97681.4">20747 9735 1583 0,'0'0'216'0,"0"0"-205"0,0 0-9 15,0 0-1-15,0 0 1 0,0 0 4 16,0 0 1-16,-8-15-3 0,8 15-4 16,4 0 0-16,1 3-4 0,4 3 4 15,2 2 0-15,4 4 0 0,3 1 1 16,2 3 0-16,2-1-1 0,2 0 1 15,-2 0-1-15,0-3 0 0,1-1-1 16,-3-4 1-16,-1 0 0 0,-2-4 0 16,-4 1 0-16,-3-2 0 0,-2-1 0 15,-1 0 2-15,-3 0-1 0,-1-1 1 16,-2 0 0-16,-1 0-2 0,0 2 3 16,0-2 0-16,0 0-1 0,0 0 1 15,0 0-2-15,0 0 2 0,0 0-3 16,0 0 0-16,0 0-1 0,0 1-13 15,0 3-21-15,-1-1-25 0,-1-1-102 16</inkml:trace>
  <inkml:trace contextRef="#ctx0" brushRef="#br0" timeOffset="98816.88">32042 9853 1550 0,'0'0'124'0,"0"0"-121"0,0 0 3 0,0 0 16 0,0-28 6 16,0 22 3-16,0 1-11 0,0 0-3 15,1 0-4-15,2 1-1 0,-3 0 1 16,2 1-3-16,-2 1-2 0,1 1-2 16,-1 1 0-1,2 0-4-15,-2 0-1 0,2 2-1 0,1 4-1 0,2 3 1 32,1 4 0-32,3 3 0 0,1 6 1 15,1 3-1-15,3 7 0 0,4 7 0 16,4 7 0-16,0 0 1 0,-1-3-1 15,-3-4 0-15,1-5 0 0,-5-5 0 16,-1-5 0-16,0-4 1 0,-4-2-1 16,1 2 0-16,4 2 0 0,-1 2 0 15,-1-2 0-15,-4-2 0 0,0-2 0 16,-3-3 0-16,-1-3 1 0,-2-1-1 16,-1-1-1-16,1-2 1 0,-2-2 0 15,0-1 0-15,-3-1 0 0,0-1 2 16,-3-1-2-16,1 1 1 0,-3-2-1 15,0-1-6-15,-1 0-5 0,-1-1-14 16,-10-6-4-16,7 0-31 0,-3 0-156 0</inkml:trace>
  <inkml:trace contextRef="#ctx0" brushRef="#br0" timeOffset="99281.08">32057 9858 1755 0,'0'0'2'0,"0"0"-2"0,0 0 0 16,7-4 1-16,-6 4 2 0,-1 1-1 15,0 4 0-15,0 2 8 0,-3 1-7 16,-2 5 2-16,-3 2-3 0,-1 2-1 15,-2 3 1-15,1 0-1 0,-2-1-1 16,2-1 2-16,1-1-1 0,-2-2 1 16,3-1 0-16,0-4 1 0,1 1-2 31,0-3 1-31,1-2-1 0,1-2-1 16,0 1 1-16,2-3-1 0,1 0-1 15,0-1-11-15,2-1-10 0,2-6-17 16,1-1-115-16</inkml:trace>
  <inkml:trace contextRef="#ctx0" brushRef="#br0" timeOffset="99649.22">32012 9879 1729 0,'0'0'1'0,"0"0"-1"16,0 0 5-16,0 0 3 0,0 0 9 16,0 0 1-16,0 0-7 0,11-23-4 15,-8 22-1-15,3 0-4 0,4 0-1 16,2 1 0-16,3 0-1 0,3 3 2 16,4 2 1-16,1 1-2 0,2-1 2 15,0 2-1-15,2 0-1 0,-2 0 0 16,-2 1-1-16,-1 0 1 0,0 0 0 15,-3-2 1-15,-2-1-1 0,-4-1 1 16,-2 0 2-16,-3-1-1 0,-2-2 0 16,-4 1 0-16,1-1 0 0,-3-1 0 15,0 1 0-15,0-1 0 0,0 0-1 16,0 0 0-16,0 0-2 0,0 1 2 16,0 0-2-16,0 0-1 0,-2 1-16 15,1 0-18-15,-2-1-45 0,1-1-1131 0</inkml:trace>
  <inkml:trace contextRef="#ctx0" brushRef="#br0" timeOffset="118275.52">10006 9805 1637 0,'0'0'59'0,"0"0"-51"0,0 0-2 0,0 0-5 15,0 1 3-15,0-1 7 0,0 0 2 16,0 0 6-16,0 0 3 0,0 0-11 16,0 0-3-16,0 0 2 15,1 0 4-15,0 0-3 0,0-1-1 0,3-4-1 16,2-1-5-16,3-3-2 0,2-4-2 16,4-3-7-16,12-13-22 0,-2 3-31 15,-4 3-209-15</inkml:trace>
  <inkml:trace contextRef="#ctx0" brushRef="#br0" timeOffset="119329.03">21393 9738 1710 0,'0'0'5'0,"0"0"5"0,0 0-4 0,0 0 7 0,0 0 8 32,0 0-2-32,-12 1-3 0,12-1 3 15,0 0-1-15,0 0-2 0,0 0-5 16,0 0 0-16,0 0 0 0,0 0 3 15,2 0-4-15,3-2-7 0,5-3-1 16,6-2-1-16,8-4-1 0,15-7 0 16,23-13-18-16,-8 3-31 0,-3 0-71 0</inkml:trace>
  <inkml:trace contextRef="#ctx0" brushRef="#br0" timeOffset="127297.48">8666 8121 1584 0,'0'0'4'0,"0"0"13"0,0 0 17 16,-37-12-11-16,25 10-6 0,0 1 6 15,0 1 1-15,0-2-6 0,-2 0-1 16,-1-1-2-1,-1 0-3-15,-1-1-3 0,-1 3 1 0,-1 0-5 0,3 1 4 16,-1 0 1-16,0 0-7 0,0 2-2 16,1 1 1-16,-1-1 0 0,1 0-1 15,0-1 0-15,1 3-1 16,-1-1 2 0,2 3-2-16,-1 1 2 0,1-1-2 0,0 1 0 0,1 1 0 0,-1 0 0 31,-1-1 0-31,-1 4 1 0,-2-1 0 15,-1 3 2-15,-1 1 1 0,-2 3-1 16,0-1-1-16,-2 1 4 0,2 1-2 16,-2-2-1-16,0 1 0 0,0 0-2 15,3-1 0-15,0 2-1 0,1-3 0 16,3 0 2-16,2 0-2 0,1-1 0 16,1-1 0-16,3 1 0 0,1 0 1 15,0-1-1-15,0 1 0 0,2 1 1 16,0 0-1-16,0 1 0 0,1 0 1 15,1 0 0-15,1 1-1 0,-1-1 1 16,2 0 0-16,0 2-1 16,0-3 0-16,1 2 0 0,2 0 1 0,2-1-1 15,1 1 0-15,3 1 0 0,0 0 0 16,2 0 0-16,2 0 0 0,0 1 1 16,1 0 0-16,1 1-1 0,1-2 0 15,1 0-1-15,1-1 0 0,0 0 1 16,1-2 0-16,1-1 0 0,1 1 0 15,2 0-1-15,0 1 1 0,2-2 0 16,0-2-2-16,0 1 1 16,0-1 1-16,0-3 0 0,3 1-1 15,-1-1 1-15,-2-1 0 0,3-1 0 16,-1 3-2-16,0-1 2 0,-1 0 0 16,1-1 1-16,1 2-1 0,-1-2-1 15,1 0 1-15,-1-1 0 0,0 1-1 16,0-3 0-16,1 1 0 0,-1-4-1 15,-2 1 0-15,3-1 2 0,-2-2-2 16,1 0 0-16,0 0 2 0,1 0 0 16,-1 0 0-16,1 0 1 0,0 0-1 15,0-2-1-15,1 0 1 0,-1 1 0 16,1-1 0-16,-3 0 0 0,0 1 0 16,-1 0 0-16,-1 0 1 15,-1-1-1-15,1-2-1 0,0 1 1 16,1-3 0-16,-2-1-1 0,1-1 2 0,0-2-1 15,-1 0 1-15,0-2 2 0,1-1-3 16,-1 2 2-16,0-2-1 0,1 0 0 16,-1-1-1-16,0 0 2 0,0-1-2 15,0 1 0-15,-1-1 1 16,-2-2 0-16,1 3-1 0,-2-1 1 0,1 0-1 16,-2-3 1-16,-1 2 0 0,-2 0-1 15,1-2 2-15,-2 2 1 0,-2 0-1 16,2-2 1-16,-3 0 0 0,0-1 0 15,-1-1-2-15,1 0 2 0,-2-2-2 16,-2 2 1 0,-1 0-2-16,-1-1 2 0,1 3 0 0,-2-1-1 0,0-1 0 15,-1 2 2-15,0 0-1 0,0-3-1 16,0 2 0-16,-1-1 1 0,-1 2 0 16,-2-1 1-16,-1 1 0 0,-1 0 2 15,0 0 0-15,-3 2-1 0,1 0 0 16,-2-2 0-16,-2 2-1 15,-1-1-1-15,-1 0 1 16,-1 1-1-16,-1 0 0 0,-2-1-1 0,-1 1 0 0,-2 0 0 16,0 0 0-16,-2 1 2 0,-2 2-3 15,1-1 0-15,-4 1 0 0,-4 2 0 16,-5-1 0-16,-7 3 0 0,-8-2-1 31,-3 6 0-31,3 1-5 0,2 4-3 16,1 4-22-16,-5 5-12 0,10-1-39 15,6 0-897-15</inkml:trace>
  <inkml:trace contextRef="#ctx0" brushRef="#br0" timeOffset="161399.82">9623 9758 1687 0,'0'0'19'0,"0"0"-12"0,0 0-3 0,0 0 3 16,0 0 5-16,-18-38 9 0,15 32-2 15,-1-1-6-15,1 1-2 16,-2-1 0-16,2 2-1 0,0 1-1 16,1 0-2-16,0 1-2 0,0-1-1 15,1 3 0-15,0 0-3 0,0 1 1 0,1 0 0 16,0 0-1-16,0 0-1 0,-1 0 0 15,1 0-2-15,0 1 1 0,-1 4 0 16,5 2-2-16,1 2 2 0,1 4 0 16,1 0 1-16,1 3 0 0,1 3 0 15,0 1 0-15,3 3-2 0,0 1 2 16,1 3 0-16,1 1 1 0,1 0-1 16,0 2 0-16,1 2 1 0,-1-2-1 15,1 1 1-15,-1 1-1 0,1-4 0 16,-3 1 1-16,1-3-1 0,0-1 0 15,-1-2 0-15,-1-2 0 0,-2-1 1 16,-1-2-1-16,0-3 1 16,-2-2-1-16,-1-2 0 0,0-1 2 0,-2-2-2 15,-1-3 1 1,0 1 0-16,-1-2-1 0,-1-2 1 0,0-1-1 0,-1 0 1 16,0-1-1-16,0 0 0 0,0 0-3 15,0 0-7-15,-2-2-21 0,-1-1-62 16</inkml:trace>
  <inkml:trace contextRef="#ctx0" brushRef="#br0" timeOffset="162089.72">9551 9646 1664 0,'0'0'52'0,"0"0"-52"0,0 0-4 0,-4 10 3 16,2-2-3-16,2 3 2 0,-2 6 2 16,2 2 3-16,0 6 2 0,-1 2 4 15,1 2-1-15,0 0-4 0,0 1 0 16,1-3 1-16,-2-1-2 0,1-3 1 16,0-2 1-16,0-4 2 15,-1 0-4-15,-1-4 0 0,0-1 1 16,0-3 1-16,-2 0 2 0,2-4-2 15,1 0-1-15,0-3 2 0,0 1 0 16,0-3 1-16,1 2 1 0,-1-2 1 16,0 0-2-16,1 0-2 0,-1 0 0 15,0 0-1-15,0-2-1 0,0 1-1 16,0-3-1-16,0 1-1 0,-1-4 3 16,1-1-2-16,0-2 1 0,0-1-2 15,0-3 1-15,0-1 0 0,1 0-1 16,-2-3 0-16,1-1 0 0,-1-1 0 15,1-1 0-15,1 0 0 0,0 0 0 16,0 2 0-16,0 3 0 0,2 2 1 16,-1 2-1-16,1 3 1 0,0 2 1 15,1 0-2-15,1 1 1 0,3 1-1 16,1 2-1-16,2 0 0 0,2 3 0 16,3 0 1-16,1 2-1 0,2 2 1 15,0 2 0-15,1 1 1 0,0 0-1 16,-1 0 0-16,0 1 1 0,-1-1 0 15,0 1 0-15,-3 1-1 16,-1-2 0-16,-2-1-10 16,0 1-12-16,2 1-14 0,-2-3-9 15,-1 1-126-15</inkml:trace>
  <inkml:trace contextRef="#ctx0" brushRef="#br0" timeOffset="167872.71">20793 9817 1746 0,'0'0'11'0,"0"0"-4"15,0 0-5-15,0 0 1 0,-9-34 1 16,8 30 6-16,0 1 2 0,-1-1-2 0,2 4-3 0,-1 0 1 16,1 0-6-16,0 0-2 0,0 0-2 15,0 5 2-15,1 1 0 0,1 3 0 16,-1 3 0-16,3 3 0 0,0 3 1 15,1 3-1-15,3 3 0 16,-2 1 2-16,2 3-1 0,1 3 0 0,2 6 1 16,3 7-1-16,2 7 3 15,-2 0-2-15,1-4 0 0,-4-4-1 16,-1-6-1-16,0 0 1 0,0 0 0 16,0-2 0-16,0-7-1 0,-3-4 1 15,-1-7-1-15,-1-2 1 0,0 2 0 16,3 2 1-16,0 0 0 0,-1-4 0 15,-1-1 6-15,0-5-2 0,-1-1-4 16,-2-3 0-16,0-2 0 0,-2-3 0 16,-1 0 1-16,0 0-1 0,0-3 1 0,0-2-3 15,-2-9-32-15,-3 1 5 0,1-1-96 16</inkml:trace>
  <inkml:trace contextRef="#ctx0" brushRef="#br0" timeOffset="168209.77">20789 9830 1636 0,'0'0'134'0,"0"0"-132"0,0 0-2 0,0 0 3 16,0 0-1-16,-23-8 4 15,18 14-5-15,-1 3 1 0,0 5-2 0,-2 5 2 16,1 4 2-16,0 5 1 0,-3 6-1 16,1-2 1-16,0-1 0 0,3 0-2 15,-1-6-2-15,-2 1 1 0,3-3 1 16,1-3-3-16,-1-5 1 0,2-4 0 15,1-2-1-15,0-5 0 0,3-3-2 16,-3-1-5-16,3-1-18 0,0-12-27 16,0 1-120-16,3-2-275 0</inkml:trace>
  <inkml:trace contextRef="#ctx0" brushRef="#br0" timeOffset="168385.11">20669 9854 1752 0,'0'0'7'15,"0"0"16"-15,0 0-10 0,0 0 3 0,0 0-7 0,0 0-4 16,0 0-3-16,0 0 0 0,40-22 1 16,-24 30 4-16,3 3-2 0,-1 3-4 15,2 4 2-15,-2 2-2 0,1 1 0 16,-1 1-1-16,-2-1 0 0,-1-1 0 16,0 0-2-16,3 2-28 15,-6-4-62-15,-1-5-1634 0</inkml:trace>
  <inkml:trace contextRef="#ctx0" brushRef="#br0" timeOffset="169310.43">32290 10064 1675 0,'0'0'20'0,"0"0"-7"0,0 0 2 0,0 0 8 0,-10-42 6 0,7 32-6 15,-3 1-11-15,2 0-2 0,1 2-1 16,0-1 4-16,-1 3-2 0,2 0-2 16,2 3-5-1,0 0 0-15,0 2-1 0,0 0-2 0,0 0-1 0,0 3-2 16,0 5 2-16,2 5 0 0,4 5 0 16,-2 5 0-16,5 11 0 0,0 10 0 15,3 12 0 1,1 2 0-16,1-2 0 0,-2-2 1 0,-1-7-1 0,-1-1 0 15,2-2 0-15,-1-1 0 16,0-2 0-16,2-1 0 0,0-2 0 16,0-1 1-16,3-4-1 0,-3-5 0 15,-2-5 0-15,-2-8 0 0,-2-1 1 16,1-1 0-16,0 1-1 0,1 0 0 16,-1-5 0-16,-2-2 1 0,-3-2-1 15,1-4 2-15,-3-1-1 0,1 0 0 16,1 0-1-1,-3-3 0-15,0-3-26 0,-3-9-28 0,-2 1-75 0</inkml:trace>
  <inkml:trace contextRef="#ctx0" brushRef="#br0" timeOffset="169646.54">32187 9975 1809 0,'0'0'1'0,"0"0"-2"0,0 0-3 16,0 0-2-16,-10-6-1 0,7 12 6 15,-6 4 0-15,1 4 1 0,-3 4 0 16,-3 5 1-16,-1 9-1 0,-3 7 2 16,0-3 0-16,2-4 2 0,5-6-1 15,0-6 0-15,2 4 0 0,-4 1-1 16,2-2-1-16,3-1 0 0,0-1-1 16,2-3 1-16,-2-2-1 0,3-5 0 15,2-3-5-15,2-2-28 0,1-4-40 16,0-2-178-16</inkml:trace>
  <inkml:trace contextRef="#ctx0" brushRef="#br0" timeOffset="170093.95">32091 9969 1588 0,'0'0'222'15,"0"0"-221"-15,0 0 0 0,1-38 2 0,1 31 0 16,1 2 2-16,-1 2 0 0,1 1 2 16,0-1-2-16,3 2-2 0,-1 1-2 15,1 0-1-15,4 2 1 0,4 2-1 16,2 4 1-16,6 0 0 0,3 4-1 16,11 3 0-16,9 2 0 0,7 3 1 15,5 0-1-15,-7-4 0 0,-7-2 0 16,-8-3 1-16,-8-1 0 0,-5-3 0 15,-8-3-1-15,-2 0 1 0,0-1 0 16,-1 0 0 0,1 1 0-16,-5-3 1 0,-4 0 0 0,0-1 2 0,-3 1 4 15,0-1 0-15,0 0 1 0,0 0-3 16,0 0-1 0,0 0-2-16,0 0-2 0,0 0 0 0,0 0-1 0,0 0 0 15,0 0-1-15,0 0 0 0,2 0 1 31,-1 1 0-31,-1-1 0 0,2 2 1 16,-2-1-1-16,0-1 0 0,2 1-1 16,-2-1 0-16,0 0 1 0,0 0-5 15,0 0-4-15,0 2-24 0,0-1-19 16,0 1-64-16</inkml:trace>
  <inkml:trace contextRef="#ctx0" brushRef="#br0" timeOffset="180662.98">2801 9100 1030 0,'0'0'173'15,"0"0"-86"-15,0 0-8 0,0 0-21 16,0 0-6-16,0 0-11 16,0 0 0-16,0 0-9 0,0 0-4 0,0 0-12 15,0 0-3-15,0 0-1 0,0 0-8 16,-2 0-3-16,2 0 1 0,0 0 0 15,0 0-1-15,0 0-1 0,0 1 0 16,0 2 2-16,0-1-2 0,0-1 2 16,0 0-2-16,0 1 0 0,0-1 3 15,0-1-2-15,0 0 1 0,0 0-1 16,0 0 2-16,0 0 0 0,0 0 1 16,0 0 2-16,0 0 3 0,0 0 2 31,0-1 0-31,0-2-4 0,2 0-5 0,-2-1-1 0,1-2 1 0,1 2-2 15,-2-2 1-15,3-2 0 0,-2 1-1 32,0-1 0-32,0-1 0 0,0 1 0 15,0 1 1-15,1-1 0 0,-1 1 0 16,1 0-1-16,-2-1 2 0,0 1-1 16,0 0 2-16,0 0-1 0,0-1 0 15,0 1-1-15,3 0 1 0,-3 0-1 16,1-2 1-16,-1 0-2 0,0 1 2 15,0-2-1-15,2 0 0 0,-1-1 1 16,0 1-1-16,0 0 1 0,-1-1 1 16,0 3 1-16,0-3 3 0,2 1 1 15,-2 3-1-15,0-2-3 16,1 2 0-16,-1-2-1 0,0 1-1 0,0 1-1 16,0 0 0-16,0 2 0 0,0-2 1 15,0 1-1-15,0-1-1 0,0 0 3 16,0 0-3-16,0 0 2 0,0 0 0 15,0 0-2-15,0 1 2 0,-1-1-1 16,-1 1-1-16,0-1 2 0,-1 3-2 16,3 1 0-16,-1 2 1 0,-2-3-1 15,3 2 0-15,0 1 0 0,-1-3 2 16,1 1-2-16,0 0 1 0,0 1-1 16,0 1 1-16,0 1-1 0,0-1 1 15,0 1 0-15,-1-1-1 0,1 1 0 16,0-2 0-16,-1 1 1 0,1 1-1 15,-2-1 0-15,2 0 0 0,0 1 0 16,0 0 0-16,-2-1 0 0,2 0 1 16,-1-2-1-16,-1 2 0 0,2 0 0 15,-1 0 0-15,-1 0 0 0,2 1 1 16,0-2-1-16,0 1 0 0,0 1 0 16,0 0 0-16,-1-1 0 0,0 1 0 15,1 0 0 1,0 0 0-16,0 0 0 0,0 0 0 0,0 0 0 0,0 0 0 15,0 0 0-15,-3 0 0 0,3 0 0 16,-3 0 0-16,3 0 0 0,-3 1 0 16,0 0 0-16,-1 1 0 0,0 0 0 15,1 1 0-15,-2 1-1 0,3 1 0 16,-2-1 1-16,0 3 0 16,-2-1 0-16,0 0 0 0,-2 1 0 0,3 0 0 15,0 1-1-15,-1-1 1 0,-1 0 0 16,0 3 0-16,1-2 0 0,-1 0-1 15,2 0 1-15,-1-1 1 0,3-2-1 32,0-2 0-32,0 1 1 0,1-2-1 15,-1-1 0-15,3 3 1 0,0-4 0 16,-1 0 0-16,0 1-1 0,1-1 2 16,-1 0 0-16,1 0 0 0,0 0-1 15,0 0 1-15,-2 0-1 0,2 0 1 16,0 0-2-16,0-1 1 0,0-2-1 15,0 1 0-15,0-1 1 0,2-1-1 16,1-2 0-16,0 0 1 0,0-2-1 16,2 1 0-16,0-1 0 0,3 0 0 15,-2 0 0-15,2 1 0 0,-2-1 0 16,-1 0 1-16,1 1-1 0,-1 1 0 16,-2-1-1-16,2 0 1 0,1 1 0 15,-4 0 1-15,4 0-1 0,-3 1 0 16,0 2 0-16,-1-1 0 0,1 1 0 15,0-2 0-15,-1 3 0 0,3-1 0 16,-2 2 0-16,3 1 0 0,0 0 0 16,-1 3-1-16,0 1 0 0,1 3 1 15,-1 3 1-15,1-1 0 0,2 2 1 16,-3 1-2-16,1 0 1 0,-1 2 0 16,1-2-1-16,-3 2 0 0,1-3 0 15,0 2-2-15,1 4-13 16,-2-5-32-16,-1-2-223 0</inkml:trace>
  <inkml:trace contextRef="#ctx0" brushRef="#br0" timeOffset="181558.52">2660 9028 1340 0,'-1'-4'130'0,"-1"2"-121"0,2-1-2 15,0-1 14-15,-3-1 15 0,3 2 9 16,-2-1-4-16,1 2-12 0,-1 0-9 16,2-2-2-16,-1 3-10 0,-1 0 0 15,2 0 2-15,0 1-3 0,0-2 2 16,0 2-1-16,0 0-1 0,0 0-2 16,0 0-2-16,0 0-1 0,0 0-1 15,0 0-1-15,0 0 3 0,0 3-1 16,0-1-1-16,0 3 0 0,2 2 2 15,1 0-2-15,-1 1 2 0,-1 1-2 16,2 0 1-16,-1-1 0 0,-1 0-1 16,1-1 0-16,2 0 0 0,-2-1 0 15,1 1-1-15,0-2 1 0,-1 1 0 16,3 0-1-16,-3 1 1 0,-1 0 0 16,2-2 0-16,-1 1 0 0,1-2-1 15,-1 0 1-15,2 2 0 0,-1-3 0 16,-1-1-1-16,-1 1 2 0,1-1-2 15,-2-2 1-15,0 1 0 0,3 0 2 16,-1-1-2-16,0 0 0 0,-1 0 2 16,4 0 0-16,-2-2-1 0,3 0 0 15,-1-3-1-15,3-1 0 16,-2-1 0-16,2 0 0 0,0 0 0 0,0-2-1 16,0 0 1-16,4-2 0 0,-4 1-1 15,3-1 0-15,0-3 1 16,0 4-1-16,-1-2 0 0,-1 1 0 0,1 1 0 15,-2 2 1-15,-2 1-1 0,2 0 1 16,-3 1-1-16,-2 0 1 0,-1 1 2 16,-1 3 1-16,-1 0 2 0,0 1 1 15,0 1 2-15,0 0-2 0,0 0 0 16,0 0-2-16,0 0 0 0,0 0-3 16,0 0 0-16,0 0 0 0,0 0-2 15,0-2 0-15,0 2 0 0,0-1 0 16,3 1-1-16,-1 0 1 0,0 0-1 15,1 0-8-15,0 0-52 0,-3 0-96 16</inkml:trace>
  <inkml:trace contextRef="#ctx0" brushRef="#br0" timeOffset="184618.97">14294 9086 1642 0,'0'0'9'0,"0"0"-5"0,-7-4 4 0,4 2-2 15,0 1 11-15,1 0-1 0,-1 1-8 16,-1-1-4-16,2 0 1 0,-1 1-2 16,0 0-1-16,1 0 3 0,-1 0-1 15,-1 0-1-15,0 0 2 0,0 0-2 16,-1 1 3-16,0 0-2 0,-2 1 0 15,1 1 0-15,-2 0-1 0,0 3-2 16,0-1 3-16,0-1-2 0,2 2 2 16,-5 1-3-16,5 0 2 0,-2-1 1 15,3 1-4-15,-1 1 1 0,3-1 0 16,-2-1-1-16,5 1 0 0,-2 0 1 16,2-1 1-16,0 0 1 0,2 1-1 15,0-1 3-15,4-1-5 0,0 2 1 16,2-1-1-16,2 0 3 0,2-2-1 15,-2-1-1-15,4-1-1 0,0 0 3 16,-1-2-3-16,4 0 1 0,-4-3 0 16,4 0-1-16,-4-3 2 15,4-1 0-15,-4-1-2 0,1-2 2 0,-3 1 0 16,-1 0 0-16,-1-1 1 0,-4 1 0 16,-1 0 1-16,-2-1 1 0,-2 1 3 15,2 0-1-15,-7-1-2 0,0 2-2 16,-3 1-1-16,1 0-1 0,0 1 1 15,-4 2-1-15,0 1-2 0,3 2 2 16,-3 1-2-16,0 1 0 0,3 4 0 16,0 1-3-16,2 2-10 0,0 4-13 15,4-2-15-15,2 1-123 0</inkml:trace>
  <inkml:trace contextRef="#ctx0" brushRef="#br0" timeOffset="185099.02">14715 9129 1604 0,'0'0'64'0,"0"0"-59"0,-6-7-3 0,0 6 1 0,3 1 2 16,0 0 4-16,-2 4-4 0,1 0-4 15,1 2 0-15,0 2-1 0,0 0 0 16,3 2 0-16,0 0 1 0,0 1-1 15,0-1 0-15,0 1 0 0,3-1 0 16,2 1 0-16,1-2 0 0,1-2 0 16,3 0 0-16,0-4 0 0,0-3 2 15,4 0 1-15,-3-6 4 0,3 0 1 16,-1-1-5-16,-2-3 0 0,1 1 1 16,-2 1 0-16,-2-3 4 0,-3 2 0 15,1 1 1-15,-3 0 1 0,-3 1 1 16,0 0-2-16,-3 2 5 0,-3-1-5 15,-2 3-4-15,0 1-4 0,-2 0-1 16,-2 2 2-16,-1 0-2 0,-1 4 0 16,3 0-2-16,-2 5-14 0,4-2-50 15,1-2-305-15</inkml:trace>
  <inkml:trace contextRef="#ctx0" brushRef="#br0" timeOffset="185545.88">15161 9136 1425 0,'0'0'270'0,"0"0"-267"0,0 0-3 0,0 0 1 16,0 0 0-16,-8 4 1 0,5 0-2 15,0 1 2-15,1 2-1 0,2 1-1 16,0 0 1-16,0 2 2 0,2 0-1 16,1 1 2-16,2-1-2 0,-2 0 1 15,3-2-2-15,2 0 2 0,0-3 0 16,0-2 3-16,3-1 2 0,0-2 1 15,-1-3 1-15,2-3-3 0,1 0-2 16,-2-2-2-16,-2 1 0 0,1 0 2 31,-4 0-1-31,-1-1 3 0,1 2 1 0,-5 0-2 0,1 2 4 0,-2-1-1 16,-2 1 4-16,-3 1-4 0,0 2-6 16,0 0-2-16,-3 1 0 0,0 0-1 15,-1 0 0-15,4 1-6 0,0 1-17 16,5 2-19-16,-1-2-73 0</inkml:trace>
  <inkml:trace contextRef="#ctx0" brushRef="#br0" timeOffset="185751.83">15447 9164 1192 0,'0'0'24'0,"0"0"-14"0,0 0 37 0,0 0 55 16,0 0-49-16,0 0 80 15,19 10-103-15,-19-9 2 0,0-1 7 16,-2 0 3-16,-4 1-26 0,1-1-16 16,0 1-125-16</inkml:trace>
  <inkml:trace contextRef="#ctx0" brushRef="#br0" timeOffset="186661.08">25893 9188 1658 0,'0'0'10'0,"0"0"-4"16,0 0-2-16,0 0 4 0,-10-32 3 0,6 26 0 0,-1 3 7 16,-1 2-5-16,0-1 0 0,1 2-1 15,-2 2-4-15,-1 2 1 16,2 3 2-16,-1 0-3 0,0 4-1 0,3-1-1 16,1 2-1-16,2 1-1 0,1 0-2 15,4-1-1-15,3 0 1 0,1-4 0 16,3 0-1-16,1-1 1 0,1-2-2 15,1-3 1-15,2-1 1 0,-1-1-2 16,1 0 2-16,-3-3-1 0,0-1 1 16,-4 0-2-16,-2-2 2 0,-3-1-1 15,-2 0 1-15,-2 0 2 0,-5 0-1 16,-2 0-2-16,-3 1 1 0,-3 1-1 16,-1 1 0-16,-1 1-1 0,-1 1 1 15,1 2 0-15,3 0-1 0,2 0-1 16,5 5-12-16,4-2-54 15,1 0-529-15</inkml:trace>
  <inkml:trace contextRef="#ctx0" brushRef="#br0" timeOffset="187059.86">26580 9163 1475 0,'0'0'220'0,"0"0"-220"0,0 0-15 0,0 0 10 15,0 0 0-15,1 6 5 0,-1 0 7 16,-1 1-2-16,1 0-1 0,0 0 3 15,1-1 1-15,4-1 1 0,3 1 0 16,0-2 1-16,1-2-2 0,3-1 1 16,2-1-2-16,-1 0-2 15,1-1-1-15,1-2 0 0,-1-2 9 0,-2-1-5 16,-2 0-5-16,-3-1-1 16,-4 3 1-16,-2-3 5 0,-1 1 0 0,-4 0-5 15,-3 2 0-15,-2 2-3 0,-2-1 1 16,-2 0 0-16,0 3-1 0,1 0-2 15,-1 0-13-15,5 3-57 0,4-2-917 16</inkml:trace>
  <inkml:trace contextRef="#ctx0" brushRef="#br0" timeOffset="187537.66">27913 9176 1736 0,'0'0'8'0,"0"0"-4"0,0 0 5 0,0 0-3 0,0 0-4 0,-3 0 3 15,0 5 0-15,-1-1 2 0,0 1-3 16,1 2 4-16,0 0-2 0,2-1-1 16,1 0 0-16,0-3 0 0,2 2-2 15,2-3 1-15,2-1-1 0,2 1 3 16,0-1 0-16,0-1-3 0,0 0 1 16,-1 0-2-16,2-1 0 0,-4-2-2 15,0 2 0-15,-2-1-2 0,0-2-29 16,-1 3-55-16,0-2-688 0</inkml:trace>
  <inkml:trace contextRef="#ctx0" brushRef="#br0" timeOffset="192041.78">9164 2743 1523 0,'0'0'18'0,"0"0"-8"0,0 0 14 0,0 0 2 16,-19-28-2-16,15 25-1 0,-1-1-6 15,-1 2-1-15,-1-3 0 0,1 2-7 16,-1-1-2-16,-1 1-1 0,0-1-3 16,1 2 4-16,0 2-5 0,0-1 3 15,0 0 6-15,3-2 0 0,-3 1-3 16,1-1-4-16,-2-1-3 0,-2 2 0 16,1-1 0-16,-1 1 0 0,-1 1 1 15,2 1-1-15,-1-1-1 0,-2 0 3 16,1 1-2-16,-3 0 0 0,1 1 2 15,0 1-2-15,-1 0 2 0,1 2-2 16,0 0 1-16,1 0 1 0,1-1-2 16,-2 1 1-16,2-1 0 0,-1 1-2 15,1 1 0-15,-2-1 1 16,1 1-1-16,-1 2 1 0,0-1-1 0,0 0 1 16,0 1-1-16,0 0 0 0,0 0 3 15,-1-1 2-15,1 2-2 0,-2 1 1 16,0-2-4-16,0 2 0 0,1 0 0 15,0-1 1-15,3 0 0 0,0-1-1 16,1 1 1-16,-1 0-1 0,0 0 0 16,0 2 0-16,1-1 1 0,0-1-1 15,1 1 1-15,1 1 0 0,0-1-1 16,0 1 1-16,-1 0-1 0,2-2 0 16,0 3 0-16,0-2 1 0,0 3 0 15,1-2-1-15,0-2 0 0,0 4 1 16,1-4-1-16,1 3 0 0,0-3 1 15,1 0 0 1,1 2-1-16,0-1 1 0,1 0 0 0,0-1-1 0,0 2 1 16,0 0-1-16,1-1 1 0,0 2-1 15,0-1 1-15,0 0-1 0,1 0 1 16,0 0-1-16,0 0 1 0,0-2-1 16,0 1 0-16,1 1 1 0,0-2-1 15,0 4 1-15,2-4-1 16,-1 1 0-16,0 1 0 0,0-1 0 0,0-1 0 15,-1-1 1-15,0 0-1 0,0-1 1 16,-1 2-1-16,1-1 1 0,0-1-1 16,1 0 0-16,2 0 1 0,-1-2-1 15,2 3 1-15,-1-2 1 0,0 1 0 32,0 1 0-32,1-3 0 0,1 3-2 15,-2-1 1-15,1-2 0 0,-1-1 1 16,2 1-2-16,-1-1 2 0,0 3-1 15,1 0-1-15,0 0 2 0,1-3 0 16,1 2 1-16,-1-2-1 0,3 1 0 16,-2-1-1-16,0 0 1 0,0-1-2 15,3 0 2-15,-2 2-1 0,0-2-1 16,1 3 1-16,0-3-1 0,-2 3 2 16,3-3-2-16,-2 1 0 0,1-1 0 15,0-1 0-15,-1 1 0 0,4 0 1 16,-3-1-1-16,0 1 0 0,1-1 0 15,-2-1 0-15,2 0 1 0,0 0-1 16,-1 0 0-16,0 0 1 0,0 0-1 16,-1 0 0-16,2 1 0 0,-2 0 0 15,-1-1 0-15,1 2 0 0,-1-2 0 16,-1 1 0-16,0 0-1 0,1-1 1 16,-1 1 1-16,1-1 0 0,1 0-1 15,0 0-1-15,1 0 1 0,0 0 0 16,-1 0 1-16,0-1-1 0,0 1 0 15,-1 0-1-15,-1 0 1 16,0 0 1-16,2 0-1 0,-2 0 0 0,0 0 0 16,-1 0 0-16,1 0 1 0,0 0-1 15,-1 0 0-15,3-3 0 0,-2 0 0 16,4 0 0-16,1-2 0 0,-1-1 0 16,0 2 0-16,1-1 0 0,-2 0 0 15,2 2 1-15,-2 0-1 0,2 1 0 16,0 0-1-16,-2-1 1 0,1 1 0 15,-4 1 0-15,1-1 0 0,-1 0 0 16,3-1 1-16,-2-2-1 0,0 0 0 16,1 1 0-16,-2-2 0 0,2 4 1 15,-2-2-2-15,1 2 1 0,-1-2 0 16,0 1 1-16,1-1-1 16,-1 1 0-16,0-2 0 0,0-1 0 15,0 2 0-15,-1-1 0 0,0 0 1 0,0 3-1 16,0-1 0-16,0-1 0 0,0-1 0 15,-1 2 0-15,1-2 0 0,1 2 1 16,-2-2-1-16,0 0 0 0,0 0-1 16,-1-1 1-16,1 1 2 0,0-1-2 15,-1 3 0-15,0-1 1 16,0 0 0-16,-1 0-1 0,1-2 1 0,-1 2 0 16,0 0 0-16,0 2-1 0,-1-2 1 15,0 2 0-15,0-1-1 0,0 0 0 31,0-2 0-31,1 2 1 0,-2-2-1 16,1 2 1-16,-1-1-1 0,1 2 0 16,0-1 0-16,0 0 0 0,1-1 2 15,-1 0-2-15,0-1 0 0,1-1 0 16,1 3 0-16,-2-1 0 0,1 1 1 16,-2-1-1-16,1 0 0 0,-1 0 1 15,0 1-1-15,0-1 0 0,-1 1 0 16,1 0 0-16,-2 1 0 0,2-1 0 15,-2 0 1-15,2 2 0 0,-1-2-1 16,0-1 0-16,-1 1 0 0,0-1 1 16,1 1-1-16,-1-1 1 0,0 1 0 15,1 0-1-15,-1 1 0 16,0 0 1-16,0-1-1 0,0 2 0 16,0-1 0-16,0 0 1 0,0-1 0 0,0 1-1 15,0-2 1-15,0 3 1 16,0-2-1-16,0 0 1 0,0 1 0 0,0-1 0 15,0 0 0-15,0 0-1 0,0-1 1 16,0 1-2-16,0-1 1 0,-1-1 0 16,0 1 0-16,-1-2 0 0,0 0-1 15,0 0 1-15,0 0-1 0,1-1 1 16,-2-1-1-16,1 1 2 0,-1-2-2 16,0-2 0-16,-1 2 0 15,1-3 1-15,-1 2-1 0,-1-2 0 0,1 0 1 16,0-1-1-16,-1 0 0 0,-1 0 0 15,0-1 1-15,-2 1 0 0,1 0-1 16,-2 3-1-16,0-3 1 0,-2 2 1 16,1 0-1-16,-4 0 0 0,2 1 0 15,-1-1 0 1,-2 1 0-16,-1-1-2 0,-2 3 2 0,-1-1-2 0,-2 2 1 16,-3 0-3-1,-1 1-4-15,-4 0-3 0,-4 2-9 0,-8 2-13 0,-10 2 2 16,9 5-44-16,5-1-456 15</inkml:trace>
  <inkml:trace contextRef="#ctx0" brushRef="#br0" timeOffset="196754.34">20521 2799 1750 0,'0'0'5'16,"0"0"-3"-16,0 0 1 0,0 0-2 0,-6-38 6 15,1 30 4-15,0-2-5 0,-2 2 2 16,-2 0-4-16,-1 1 1 0,-1 1-4 15,-1 2 2-15,-1 0-3 0,-3 0 0 16,-1 1 2-16,-3 2-2 0,-3 1 0 16,-1 0 0-16,-2 0 2 0,-8 2-1 15,-6 4-1-15,-6 5-1 0,-3 0 1 16,5 2 1-16,2 0-1 16,5 0 0-16,0-2 0 0,7 2 0 15,6-4 0-15,5 1 1 0,2-1-1 0,-3 4-1 16,-1 2 1-16,-3 5 0 15,1 2 0-15,2 2 0 0,1 0 0 16,1 4 0-16,3-1-1 0,0 0 1 16,5-1 0-16,1 0 1 0,1 2-2 15,4 0 1-15,1 0 0 0,2-1 0 0,2 0 1 16,1-2 1-16,2 2 0 16,3-1-1-16,1 0 0 0,3-1-1 15,-1-1 1-15,5-1-1 0,1-3 0 16,2-2 2-16,1 0 1 0,2-4-3 15,2-2 1-15,2-4 0 0,1-2 1 0,4-3-2 16,0 0 2-16,6-3-2 0,6 0 0 16,7-3 1-16,-1-1-1 0,-4-1 1 31,-10 1-1-31,-8 1 0 0,-6-1 1 16,0 2-1-16,3-3 0 0,4 1 1 0,2-1-1 15,-1 1 0-15,0 1 0 0,0 0 0 0,0 0 1 0,-2 0-1 31,-2-1 0-31,-2-1 1 0,2 0-1 16,-2-1 3-16,-1-1 2 0,1-1 3 16,1-1-1-16,-1-1-1 0,1-1 0 15,1 1-3-15,-3-3 0 0,0 1-1 16,-1-1 0-16,0-1 0 0,0-3 1 16,2 0 0-16,-2-2 2 0,-1-2 0 15,0 1-1-15,-4-2 1 0,0 2-1 16,-3-1 2-16,-2-1-1 0,-2 1-1 15,-2 0-1-15,-1-1 1 0,-1-1-2 16,-3-1 0-16,-1 0-2 0,-5-3 2 16,-2 0-1-16,-2-1-1 15,-4-1 0-15,-1 1 0 0,-3 1 0 0,-2 4-1 16,-2 2 0-16,-3 3-3 0,-3 4-7 16,-6 5-16-16,-14 7-15 0,6 2-27 15,4 1-432-15</inkml:trace>
  <inkml:trace contextRef="#ctx0" brushRef="#br0" timeOffset="198271.49">32031 2832 1738 0,'0'0'7'16,"0"0"-5"-16,0 0-2 16,-37-29 1-16,23 22 0 0,0 1-1 0,-3-1 0 15,2 1 2-15,-5 0-2 0,0 1 0 16,-3 1 1-16,-2 2 0 0,-2-2-1 16,-3 1 1-16,-2-2 1 0,-6 2-2 15,-7-2 3-15,-6-1 11 0,-4 0-9 16,6 3-2-16,4 0 2 0,9 3 2 15,-1 0-1-15,0 4 1 0,1 0-2 16,1 2-2-16,1 2 1 0,6-3-2 16,5 1 0-1,6-1 0-15,0 1-1 0,-2 2 0 0,-5 3 1 0,-2 3-1 16,0 1 1-16,0 3 0 0,3-2-2 16,-2 2 1-16,3-1 0 0,0 2 1 15,3 0-1-15,0-1 0 0,4 3-1 16,0 0 0-16,0 1 1 0,3 2 0 15,1-2-1 1,3 3 0-16,2-1 1 0,3 1 0 0,0 0 0 0,3 0-1 16,0-1 1-16,4 2-1 0,4-3 2 15,0 1-2-15,5-1 2 0,-1 0-2 16,3-2 1-16,3-1-1 0,2 1 1 16,0-2 0-16,4-3-1 0,-1 2 0 31,1-2 0-31,3-1 0 0,0 0 0 15,0-1 0-15,1-2 0 0,-1 1 0 16,-2-3 0-16,1 2 1 0,1-3-1 16,-1 1 0-16,1-3 0 0,0 0 0 15,1-3 0-15,1 1 0 0,-1-3 0 16,2 0 1-16,2-1 0 0,3-1 0 16,-2-1 0-16,0-2 3 0,-1 0 1 15,-4-1 0-15,4-1-2 16,-1 0 1-16,-1-2 0 0,0-1-1 15,-1-2-3-15,-1 2 2 0,-1 0-2 16,-1-3 1-16,-1 1-1 0,0-3 1 16,2 1-1-16,0-2 0 0,-2 0 0 0,0-1 0 15,-1 0 0-15,0-1 0 16,-1 1 1-16,-2-2-1 0,1 2 0 16,-2-3 1-16,-2 3-1 0,1-1 0 15,-4-2 0-15,0 2 1 0,-4-2-1 16,1 0 1-16,-4-2-1 0,1-2 2 15,-2-2 0-15,-4-1-1 0,-1-8-1 16,-2-5 3-16,-3-7-3 0,-5 2 0 16,-2 8 0-16,-1 0 0 15,-6-1 0-15,-3-1 0 0,-3-1 0 0,4 10-1 16,3 12-1-16,-1-2-2 0,-5-1 1 16,-6-1-6-16,-10-6-12 15,-17 3-14-15,7 4-29 0,2 3-209 0</inkml:trace>
  <inkml:trace contextRef="#ctx0" brushRef="#br0" timeOffset="206529.48">3463 8675 950 0,'0'0'58'0,"0"0"-41"15,0 0 19-15,0 0 12 0,-2-10 42 0,2 9-2 16,0-3-27-16,-1 2-21 0,1 0 6 16,-1-2 12-1,0 1-6-15,-2-2-15 0,3 0 3 0,-1 2-1 16,0-2-9-16,1 2-9 0,0-1-3 15,-1-1-7-15,1 3-3 0,-1-1-2 16,0-1 1-16,1 2-1 0,0-2 3 16,0 3 0-16,-1-2-1 0,-1 0-1 15,2 2 0-15,0 0 1 0,-1 0 1 16,0 0 0-16,0 1 4 0,0 0 1 16,1 0-8-1,0 0-4-15,0 0-2 0,0 3 0 0,0 2 0 0,0 2-2 16,0 2 2-1,1 5 0-15,0 0 0 0,1 1 1 16,1 4 0-16,-1-2-1 0,1 2 0 16,-3 2 0-16,3 0 0 0,-2 0-1 15,0 2 1-15,0 0 0 0,0 0 0 16,0-1 1-16,-1-1-1 0,4 0 1 16,-2 0-1-16,-2-2 0 0,2-3 1 15,-1 2-1-15,0-2 0 0,1-3 2 0,-2 0-2 0,2-3 3 16,-2-3-3-1,0 1 1-15,2-2 0 0,-2 0 0 16,1-3-1-16,-1 1 0 0,0 0 1 16,0-2-1-16,0 0 1 0,0-2 0 15,0 0 0-15,0 1 0 0,0-1 0 0,0 0 2 16,0 0-3-16,0-1-1 0,-3 0-11 0,0-6-14 16,-2 0-24-16,3 0-170 15</inkml:trace>
  <inkml:trace contextRef="#ctx0" brushRef="#br0" timeOffset="207119.89">3291 8681 1592 0,'0'0'28'0,"0"0"-22"0,-7 9 14 0,4-6 2 0,0 0 0 16,3 1-4-16,-1-2-1 0,-1 2-3 16,2-3-5-16,0 0 3 0,0-1-1 15,0 0-2-15,0-1 0 0,0 0-1 16,0-3-6-16,0 2 1 0,0-3-3 15,0 0 0-15,4-2 0 0,0 0 1 16,1-2 0-16,-1 0-1 0,1 0 0 16,0-2 0-16,-2 1 1 15,2 0-1-15,-1 1 0 0,-1 0 0 0,-1-1 0 16,3 3 0-16,-2-1 0 0,2 2 0 16,-2 1 1-16,1-1-1 0,-1 1 2 15,-1 0-1-15,0 3 0 0,0-1 2 16,-1 2-1-16,2 0 1 0,0 1-1 15,-1 0 0-15,1 0 0 0,2 2 1 16,3 2-1-16,0 3 0 16,0 1 0-16,1 3-1 0,0-1-1 15,-1 3 1-15,0 2-1 0,-1 2-2 16,2 5-22-16,-5-2-30 0,0-4-261 16</inkml:trace>
  <inkml:trace contextRef="#ctx0" brushRef="#br0" timeOffset="207615.8">3344 8976 1684 0,'0'0'16'0,"0"0"-11"0,0 0 9 0,-5-4-3 0,4 4 16 16,0-1 2-16,-1 1-13 0,2 0-10 16,0 0-6-16,0 0-1 0,0 2 0 15,0 0 1-15,4 4 0 0,-1 0 2 16,1 1 1-16,-1 0 0 0,0 2 3 16,2 1-1-16,0-1 1 0,-2 0 0 15,3 0-1-15,1-1 1 0,-1-2-2 16,-1-2 3-16,-1 0-1 0,1-3-1 15,1-1 0-15,-1 0-1 16,1-2-1-16,1-3-1 0,1-1 1 16,0-2-2-16,0-1-1 0,0-1 1 15,1 0-2-15,0-2 0 0,-2 3-8 16,-1-2-11-16,2 1-11 0,0-1-28 16,-4 4-270-16</inkml:trace>
  <inkml:trace contextRef="#ctx0" brushRef="#br0" timeOffset="208893.69">15629 9099 1801 0,'0'0'10'15,"0"0"-10"-15,0 0-1 0,0 0-5 16,0 0 0-16,4 12 6 0,1-4 1 16,-3 1-1-16,2 1 0 0,1 1 2 15,0-3-1-15,3 2-1 0,-2-3 0 16,2-4 1-16,0-1 1 0,3 0-1 15,-1-2 1-15,1 0 3 16,-1-2-1-16,0-2 0 0,-2-2-4 16,-3-1 3-16,4-1-1 0,-4 1-2 0,-2 0 1 15,-1 0-1-15,1 2-1 16,-3 1-7-16,3 1-2 0,-3 1-7 16,2 2-6-16,3-1-18 0,0 1-103 0</inkml:trace>
  <inkml:trace contextRef="#ctx0" brushRef="#br0" timeOffset="-168265.15">9613 9718 1676 0,'0'0'12'0,"0"0"-6"0,0 0-1 16,-16-2 0-16,10 1 4 0,1 1 6 15,0-1 1-15,0-1 0 0,1 1-6 16,-1-1 1-16,3 1-2 15,-2 1 0-15,2-1 3 0,2 1 0 16,-1 0 2-16,0-1 0 0,0 1-5 16,1 0 0-16,0 0-2 0,0 0-2 15,0 0-1-15,0 0-1 0,0 0-3 16,0 2-1-16,0 4 1 0,2 5 0 16,0 4 0-16,3 3 1 15,0 5-1-15,1 0 1 0,1 1-1 0,4 4 1 16,0 0-1-16,3 9 0 0,6 8 1 15,4 8-1-15,2 3 1 0,-2-3-1 16,-1-6 0-16,-2-8 0 0,-2 0 0 16,0-3 0-16,-2-6 1 0,-4-6-1 15,-2-6 0-15,0-1 0 0,1 2 0 16,1 2 1-16,1 1-2 16,-3-2 2-16,0-3-2 0,-4-1 2 0,-1-1-2 15,-2-2 1-15,0-2 0 0,-2-3 1 16,2-2-1-16,-3-2 0 0,-1-1 0 15,0-2 0-15,0-1 1 0,-2 0 1 16,-2 0-2-16,1-4-3 0,-1 0-15 16,-3-7-24-1,1-2-38-15,0 2-268 0</inkml:trace>
  <inkml:trace contextRef="#ctx0" brushRef="#br0" timeOffset="-167803.59">9548 9700 1804 0,'0'0'3'0,"0"0"-3"0,-10-5 1 16,7 4 0-16,1 1 0 0,-2 0 0 15,1 3 6-15,-1 7-6 0,0 4 0 16,0 7-1-16,0 6 0 0,-1 11 0 16,-1 11 0-16,2 9 2 0,-2 1-1 15,0-7 2-15,1-7-2 0,1-10 2 16,-1-7 0-16,2-5-1 0,1-7 1 16,1-2 1-16,-1 1-2 0,1 2-1 15,0-2 0-15,0-2 0 0,1-5-1 16,0-3-1-16,0-3-3 0,0-2-14 15,2-8-24-15,1-2-58 0,-1-2-484 16</inkml:trace>
  <inkml:trace contextRef="#ctx0" brushRef="#br0" timeOffset="-167420.84">9452 9726 1827 0,'0'0'1'0,"0"0"1"16,0 0-2-1,0 0 1-15,0 0 0 0,0 0 0 16,0 0 0-16,-21-26 1 0,21 26-1 16,2 0 0-16,3 0 0 0,5 1-1 15,3 5 0-15,6 2 1 0,4 3 1 0,2 3 0 16,11 3-2-16,4 2 0 0,9 2 1 15,3 0-1-15,-5-4 0 0,-10-3 1 16,-11-5 0-16,-7-4 0 0,0 2-1 16,1 0 0-16,3 0 1 0,0 0 0 15,-4-1 2-15,-2 0 2 0,-3-2-1 16,-4 1 1-16,-2 0-1 0,-3 0 0 16,0-1-1-16,-4 1 0 15,1-3 1-15,-2 1 0 0,0 0 0 0,0-1-2 0,0-1 0 16,-2 1-1-16,2-2 0 0,-1 0-1 31,1 0 0-31,0-2-13 0,0-1-30 16,0-2-112-16</inkml:trace>
  <inkml:trace contextRef="#ctx0" brushRef="#br0" timeOffset="-132323.27">4516 15651 1718 0,'2'0'38'0,"4"1"-37"0,5 0-1 16,7-1 1-16,1 0 0 0,7-1 0 15,1-3 0-15,3 0-1 0,0-1 1 16,1-1-1-16,0 2 0 0,1 0 0 16,-1 2 1-16,6-1-1 0,7 2 0 15,3 1 0-15,-2 0 0 0,-9 0 0 16,1 0 0-16,3 0 1 0,7 2-1 15,7 2 0-15,-5-1 0 0,-3 0 0 16,2 0 1-16,2 0-2 0,0-1 1 16,4-1 0-16,3-1 0 0,0 0 1 15,3-4 0-15,0 0-1 0,-1-1 0 32,1 3 1-32,1-1 0 0,1 0 1 0,0 0-1 0,2-1 2 0,1 0-1 15,1 0 0 1,0 1 0-16,2 0-1 0,-4 0 0 0,0 1-1 0,-2-1 0 15,-1-1 1-15,1 1-1 0,-2-1 0 16,-1-2 1-16,-2 0-1 0,-3 0 0 31,-3-1 0-31,-2 0 2 0,-4 0 3 16,-4-1 5-16,-2 1 3 0,-3 1-2 16,-2 0-1-16,-6 1-2 0,-5 2-3 15,-6 0-4-15,-1 1 1 0,4 1-2 16,3-1 1-16,6 0-1 0,-7 0-24 15,-7 1-190-15</inkml:trace>
  <inkml:trace contextRef="#ctx0" brushRef="#br0" timeOffset="-130172.08">9340 15723 1750 0,'0'0'3'16,"0"0"2"-16,0 0-3 0,0 0-2 15,12-5 1-15,-4 2-1 0,2-1 0 16,2 2 0-16,-1 1 1 0,0 0-2 15,2 0 2-15,1 1-2 0,0 1 2 16,1-1-1-16,0 0 0 0,3 1-1 16,0 2 1-16,0 1 0 0,3-1 1 15,0 1-2-15,2-1 1 0,-1 1 0 16,3-2 1-16,1 0-1 0,2 2 1 16,0-2-1-16,3-1 0 0,0 1 2 15,5-2-1-15,7 0 0 0,7 1 1 16,1-5-1-16,-5 1 0 0,-3 0 0 15,-2 0 0-15,0-2-1 0,0 0 1 16,2-2 0-16,1 2-1 0,1 0 1 16,0 0-1-16,0 1 0 0,1-2 0 15,0-1 1-15,-1 1-1 0,0 3 1 16,0-2-1-16,-1 1 0 16,3-1 0-16,-1-1 1 0,2-1 0 0,1 2-1 15,0-1 0-15,2-1 1 0,-2 2-1 16,0 0 1-16,-1 0 2 0,-1 2-1 15,-1 1 1-15,0 0-1 0,0 1 1 16,0 0 0-16,1 1 0 0,-1 0-2 16,3 0 2-16,-2 0-2 0,1 1 2 15,-1-2-2-15,-1 0 0 16,-2 1 3-16,0 0-2 0,-1 0 1 0,1 0 2 16,-2 1-3-16,1 1 1 0,-2 0 3 15,0 0-1-15,-2 1 0 0,0 1-1 16,1-1 0-16,-3 1-1 0,-1-1 1 15,-1 1 0-15,-6-2-1 0,-5-1-1 16,-3 2 1-16,-4 0-1 16,5 1-1-16,3 0 0 0,5 1 1 0,-2 2-1 15,1-3 0-15,0 1 0 0,-4 2 0 16,3-2 0-16,-3 2-1 0,2 0 0 16,-1 0 1-16,1-1-1 0,0 1 0 31,-3 0 0-31,2 0 1 0,0-1-1 15,-3-1 0-15,2 1 0 0,-2-1 0 16,1-2 1-16,1 2-1 0,-2-2 0 16,-1 0 0-16,2-1 0 0,-2-1 1 15,0 0-1-15,0-1 0 0,0 0 0 16,1 0 1-16,-2 0-1 0,2 0 1 16,-1 0-1-16,-1-1 0 0,0 0 1 15,1 1 0-15,-1-1 0 0,-1 0 0 16,2 0-1-16,0-1 1 0,-1 1-1 15,1-1 1-15,-1 0-1 0,0 1 0 16,2 0 0-16,-1-1 0 0,0 2 0 16,0-1 0-16,0 0 1 0,1-1-1 15,0 1 0-15,0 1 0 0,0 0 0 16,2 0 0-16,0 0 0 0,2-1 0 16,-3 2 0-16,6-2 0 0,0 1 0 15,0 0 0-15,0 0 0 0,2 0 0 16,6 0 0-16,4 1 0 0,5 2 1 15,4-2-1-15,-8-1 0 0,1 1 0 16,-9-1 0-16,1 0 0 0,5 1 0 16,-3-1 0-16,3 0 1 0,3 0 0 15,-1-2 0-15,0 1 0 0,2-2-1 16,0 1 1-16,-1 1 0 0,2 0-1 16,-2 1 0-16,-2 0 0 0,0-1 0 15,0-1 1-15,1 2-1 0,-3 0 1 16,4 0-1-16,-2 1 0 0,4-1 1 15,-2 0 0-15,2 0-1 0,2 1 0 16,-1-1 1-16,-1 1-1 0,-1-1 2 16,0 0-2-16,2 1 0 0,-2-1 1 15,2 0-1-15,2 0 1 0,0 0 2 16,0 0 0-16,1 0-1 0,1-2 0 16,1-1 1-16,-1 1-1 0,1-2-1 15,-3 1 1-15,0 2-2 0,0-3 2 16,3 2-2-16,-3 1 1 0,0 0-1 15,3-1 1-15,0 0-1 16,1 0 1-16,-1 1-1 0,1 0 0 0,-1 0 1 16,-1-1-1-16,1 0 0 0,0-2 1 15,-1 1-1-15,4-2 0 0,-1 2 1 16,1-2 0-16,-1 1-1 0,1 1 1 16,-1 1 1-16,-1-2 0 0,-5 2 0 15,1-3 1-15,-5 2-2 0,2-1 1 16,-3-1 0-16,-2 2-1 0,-2 0 0 15,-1 0 1-15,-5 0-1 0,-4 0-1 32,-6 1 2-32,-10 0 0 0,0 1 1 15,3-2-2-15,-2 1 2 0,0 0-1 16,-1-1 1-16,-1 3-1 0,-5-1 0 16,-1 1-1-16,-3-1 0 0,-1 1 1 15,0 0-1-15,-1 0 1 0,-1 0 2 16,0 0-2-16,0 0 2 0,0 0 0 15,0 0 0-15,0 0-1 0,0 0 1 16,0 0-1-16,0 0 1 0,0 0-1 16,0 0 0-16,0 0-1 0,0 0-1 15,0 0 1-15,0 0-1 0,0 0 0 16,0 0-1-16,0 0 0 0,0 0 1 16,0 0-1-16,0 0 0 0,0 0-1 15,0 0-3-15,-1 2-17 0,-11 7-19 16,-1 1-35-16,-4-4-207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617.08099" units="1/cm"/>
          <inkml:channelProperty channel="Y" name="resolution" value="1090.7789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8-20T08:52:54.5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5450 7814 1765 0,'0'0'10'0,"0"0"-5"0,0 0-1 16,0 0-2-16,0 0-1 0,-2-11-1 16,4 10 0-16,1 1 0 0,1-1 0 15,2 1 1-15,3 0-1 0,0 0 0 16,0 3 0-16,3 0-1 0,1 1 2 16,1 3-1-16,2 0 0 0,2 0-1 15,1 0 0-15,4 0 1 0,2 1-1 31,2 0 1-31,8-1 0 0,7 0 0 0,12 0 0 0,4-1 0 0,-1-3 0 16,-3 0 0 0,-3-2 0-16,2 0 0 0,5-1 1 15,1 0-1-15,2 0 0 0,3-1 0 16,1-1 0-16,3-2 0 0,0 3 0 0,2-3 0 0,1 1 0 16,0 1 0-1,3-3 0-15,2 1 0 16,-1 0 1-16,2-3-1 0,-3 0 0 15,1 3 0-15,-2 0 0 0,-1 0 0 16,2 2 0-16,-1-3 1 0,0 3-1 16,-2-2 1-16,-2 1 1 0,-2-2-1 15,0 2 0-15,0-2-1 0,-2 2 2 16,-3-1 0-16,-2 1 0 0,-4-2 0 16,-3-1-1-16,-4 1 3 0,-5 0 4 15,-2-1 1-15,-4 0-2 0,-3-1 2 16,-4 0 3-16,-6 1-4 0,-8-1 2 15,0 1-1-15,2-1-3 0,0-1 0 16,1-2-2-16,-2 1 0 0,-2 0-1 16,-4 1-2-16,1 1 0 0,-10 0-1 15,-1 0-61-15,-5-2-1040 0</inkml:trace>
  <inkml:trace contextRef="#ctx0" brushRef="#br0" timeOffset="2512.83">10207 7702 1652 0,'0'0'73'0,"0"0"-70"0,0 0 1 16,0 0-1-16,0 0 1 0,26-38 4 16,-20 32 1-16,1 0-5 0,-1 1-1 15,0 1-2-15,0 0 0 0,0 1 1 16,2 3-2-16,-1 0 0 0,1 0 1 15,3 0-1-15,-1 0 0 0,3 0 0 16,1 1 0-16,1 2-1 16,2 0 1-16,2 0-1 0,1 1 1 0,1 0 0 15,3 0 0-15,-1 2-1 0,4-2 1 16,1 0 0-16,7 0 0 0,7 1 0 16,8-1 0-16,5 0 1 0,-1-1 0 15,-2 1 1-15,0-1-2 0,3-1 0 16,2 0 1-16,1 1-1 15,2-2 1-15,1 0-1 0,1 1 0 0,1-1 0 16,1 1 0-16,3-1 0 0,1 0 3 16,2-1-1-16,3 3 1 0,-1-1 1 15,0 0-1-15,-1 3 1 0,0-4-1 16,1 3-1-16,6-1 3 0,-4 1-3 16,5-1 1-16,-1 1-1 0,-2 0 0 15,0 2-1-15,0-2 0 0,1 0-1 16,2 2 2-16,0-2 0 0,0-1 1 15,-3 1 0-15,1-2-1 0,-3 1-1 16,2 1 2-16,-3-2 0 0,1 0 2 16,0-1-1-16,-1-1 1 0,1 0-1 15,-5 1 0-15,0-1 0 0,-1 0 0 16,2 0-1-16,0-1 0 16,-2-2-1-16,0 1 0 0,0 0 0 0,-4-1-1 31,0 1 0-31,-4-2 0 0,-3 2 0 15,-2-2-1-15,-1 1 4 0,-2-2-2 16,-6 1 0-16,-1-1 1 0,-3 1 0 16,-7 1-1-16,-4 0 1 0,-7 2-1 15,-7-1 2-15,-4 1-2 0,4 0 0 16,-4 0 0-16,4 0-1 0,-7 1-1 16,1 0 0-16,-2 0 0 0,-3 0 1 15,1 2-1-15,1-1-2 0,4 2-28 16,-2-2-61-16</inkml:trace>
  <inkml:trace contextRef="#ctx0" brushRef="#br0" timeOffset="12642.07">19348 12666 1802 0,'0'0'5'0,"0"0"-4"0,0 0-1 0,0 0 0 16,-3 0 0-16,7 0 3 0,2 0 1 15,5-1 2-15,5-2 0 0,9-3 1 16,13-3-1-16,16-4-1 0,14-2-2 16,7-1-2-16,-4 0 0 0,-6 2 0 15,-8 3 0-15,-7 0 0 0,-7 1-1 16,-3 2 0-16,-12 1 0 0,-4 3 0 16,-11-1 0-16,-2 3 0 0,-3-1 0 15,-4 1 0-15,-2 2-4 0,-8 0-42 16,-4 0-52-16,-3 2-902 0</inkml:trace>
  <inkml:trace contextRef="#ctx0" brushRef="#br0" timeOffset="12977.22">19507 12748 1727 0,'0'0'40'0,"-34"7"-38"0,16-2 0 15,-3-1 0-15,3 0 3 0,2-1 3 16,-1-1-1-16,4 0 0 0,3-1 0 16,-1 0 6-16,5 0 4 0,2-1-3 15,4 1-4-15,0-1 7 0,8 0-10 16,7 0-4-16,15-4 2 0,15-3 1 16,19-6-2-16,9-2-1 0,0 1-2 15,-2-1 0-15,-7 3 0 0,-4 2 0 16,-4 0 1-16,-4 2 0 0,-7 1 1 15,-7 0-1-15,-10 2 0 0,-9 1-1 16,-7 2-1 0,-5-1 1-16,-2 3 0 0,-2-2-1 0,-2 1 2 0,-2 0-2 15,-5-1-5-15,-3 1-21 0,-7-5-15 16,0 2-59-16,4-2-704 0</inkml:trace>
  <inkml:trace contextRef="#ctx0" brushRef="#br0" timeOffset="14160.56">20523 14925 1767 0,'-1'0'7'16,"0"0"-3"-16,1 0 5 0,0 0 6 0,0-2 3 0,0-2-4 16,2-4 0-16,5-4-2 0,3-3-6 15,3-3-3-15,6-5 0 0,5-2-2 16,4-6 0-16,9-6-1 0,11-11 0 15,12-9 0-15,4-1 0 0,-3 6 0 16,-6 10 1-16,-9 11-1 0,-5 5 0 16,-4 5 0-16,-7 6 0 0,-8 3 1 15,-8 4-1-15,-1 1 2 0,-2 0 1 16,1 2 0-16,-3 0 0 0,-4 1 0 16,-3 2 0-16,-2 1 0 0,0 0 0 15,-2 1-2-15,-4 0-1 0,-3 1-2 16,-5 2-2-16,-2 4-1 0,-4 0 1 15,-4 4-2-15,-1-1 4 0,-2 0-1 16,-1 0 1-16,-1-1-1 0,-1 1 1 16,2-3 2-16,0 0 0 0,1-3 0 15,2 2 0-15,3-1 1 0,4-3-1 16,1-1 2-16,4-1 0 0,4 0-1 16,1 0 1-16,3-1 2 0,2-1 1 15,2-3 3-15,1 2-4 0,2-3-1 16,7 1 0-16,3-2-3 0,4 0 1 15,5 0-1-15,4 0 1 0,3-1-1 16,1 1 0-16,1 0 0 0,0 1 0 16,-3 2 1-16,-2 0-1 0,-3 2 0 15,-4 1 0-15,-1 1 0 0,-2 0 1 16,-3 4 0-16,-2 0 0 0,0 3-1 16,-2 3 1-16,-3 3 2 0,0 2-1 15,-3 5 0-15,-2 2 1 16,-1 1-2-16,-4 3 0 0,-3 0-1 0,-3 1 0 15,-3 6-9-15,1-5-30 0,-2-4-146 0</inkml:trace>
  <inkml:trace contextRef="#ctx0" brushRef="#br0" timeOffset="22766.28">32909 12431 1795 0,'0'0'8'0,"0"0"-5"0,0 0-2 16,0 0 2-16,1-11 2 0,1 7 8 15,-2-1 2-15,0-1-4 0,0-3-6 16,3 0-2-16,-3-2-1 0,4 0-1 16,-3-1 0-16,4-4 0 0,-2 0-1 15,2-3 1-15,1-1 0 0,-1-3 0 16,0-1-1 0,-1-2 0-16,3-4 1 0,-2-5 0 15,2-8-1-15,0-7 0 0,-1-2 0 0,-3 3 1 0,-1 1-1 16,-1 4 0-1,-1 0 1-15,2-1-1 0,-2 1 1 16,0 1 1-16,0-3 0 0,0 2-1 0,0-4 1 0,0 4-2 16,-2-2 1-1,4 2 0-15,-2-1-1 0,0-1 1 0,0 0 0 0,0 1-1 16,0 0 0-16,2 0 0 16,-2 4 0-16,1 3 0 0,-1 0 0 15,0 4 1-15,0 5-1 0,0 6 2 16,0 5 1-16,0 1 0 0,-1-1 0 15,1-2 0-15,1-2 0 0,-1 4-1 16,0 0 0-16,0 4-2 0,0 2 1 0,2 2 0 16,-2 3 1-16,0 3 0 0,3 1-1 15,-3 2 1-15,0 1-2 0,0 0 0 32,0 1 0-32,0 5-1 0,-3 2 1 15,-2 4 1-15,-1 4 0 0,-2 2-1 16,-2 1 0-16,-1 2 0 0,0 0 0 15,0-2 0-15,0 0 0 0,1-3 0 16,1-2 0-16,3-2 0 0,-1-2 0 16,1 0 0-16,3-6 0 0,-1 0 1 15,1-4-1-15,3 0 1 0,-2 0 0 16,2-3 0-16,0-3 2 0,0-5-2 16,4-2 0-16,2-2-1 0,1-5 1 15,4-2-1-15,1 1 0 0,4-3 1 16,0 0-1-16,0 1 1 0,3 2-1 15,-5 2 1-15,3 4 1 0,-4 4-2 16,1 2 2-16,-6 5 0 0,0 3-1 16,1 1 0-16,-2 4 1 0,-1 4-1 15,1 5 3-15,-4 2-2 0,1 3 1 16,-1 0-2-16,-3 1 0 16,2-1-1-16,1-1 1 0,0-3-1 0,2 1-1 15,0-2 1-15,0-1-9 0,6 4-18 16,-3-4-47-16,-2-2-176 15</inkml:trace>
  <inkml:trace contextRef="#ctx0" brushRef="#br0" timeOffset="24170.59">28918 14315 1676 0,'0'0'113'0,"0"0"-111"0,0 0-1 15,-20 0 0-15,16 0 1 16,1 0 9-16,2 0 0 0,0 1-2 16,0 0-4-16,1 0-1 0,0 3 0 15,2-2-1-15,1 1 0 0,2 0-1 16,2 1 0-16,0 1 2 0,2 0 0 0,1-1-1 16,5 0 2-16,0 2-1 0,5-1 2 15,4-2-1-15,3 1 0 0,9 0-2 16,11 1 0-16,13 0-2 0,8-2 0 15,0 0 1-15,-1 0-2 0,-2-2 1 16,4 0 0 0,5 2 0-16,4-1-1 0,4 0 0 0,6 0 0 0,2 1 2 15,3-2-1-15,2 0 0 0,3 2-1 16,2-1 0-16,4 0 0 0,-1 1 0 16,0-1 3-16,1-1-1 0,-2 3 0 15,3-2 0-15,-3 0-1 0,0 2 1 16,-3-1 0-16,-5 1-1 15,-1-3 0-15,-5 0-1 0,-1 0 1 0,-2 0 0 16,-7-1-1-16,-3 2 0 0,-8-2 1 16,-4 0 0-1,-8-2-1-15,-5 0-1 16,-5 1 1-16,-5-1 1 0,-9-2-1 0,-5 2 0 16,-10 1 1-16,1-2-1 0,0 2 0 15,-1 1 0-15,3-2 0 0,-5 1 0 16,-1-2 0-16,-5 2 0 0,-2-1 0 15,-1-2 0-15,0 2 0 0,-2-1 0 0,0-2 0 0,-2 0-1 16,-1-1 1-16,0 1-1 16,-1-2 1-16,-5 1-1 0,1-1 1 15,0-2 0-15,-1 0 0 0,-1 1 0 16,-2-1 0 0,1-2 1-16,2 0-1 0,-1 0 0 15,0-1 1-15,2-1-1 16,2 2 1-16,1-1 0 0,1-1 1 15,1 4-1-15,0-1 0 0,0 0-1 16,1 3 0-16,2 0 1 0,-1 3-1 0,3 0 1 16,1 0-1-16,-2 2 1 0,3 0-1 15,1 0 0-15,0 2 1 0,3 2-1 16,-3 2 0-16,1 2 2 0,2 1 0 16,-1 4 1-16,-2-1 0 0,-1 4 1 15,0 0 0-15,-4 1 0 0,-3 1-3 16,0-3 0-16,-7 2 0 0,-3-2-1 15,-19 2-9-15,4-4-41 0,-2-4-111 16</inkml:trace>
  <inkml:trace contextRef="#ctx0" brushRef="#br0" timeOffset="29872.1">28958 14240 1724 0,'0'0'11'0,"0"0"-10"0,0 0-1 16,0 0 2-16,0 0 0 0,-5 0-1 15,6 0 1-15,3 1 0 0,2 1-1 16,5-2 1-16,3 2-1 0,3-2 0 16,5 1 0-16,3-1 0 0,8 0-1 15,12 0 1-15,12 0-1 0,5 1 0 16,3-2 2-16,1 0-1 0,-4 1 1 15,6-2 2-15,5 0 2 0,5 1 5 16,7 0-2-16,4-1-1 0,6-1 1 16,0 2-3-16,4 1 1 0,2-2 0 15,5-2 0-15,2 3-3 0,2-3 0 16,-2 0-1-16,1 0-1 0,1 1-1 16,-2 1-1-16,-1 1 0 0,-3-1 2 15,-2 1-2-15,-6 0 1 0,-1 0 0 16,-1 0-1-16,-5 0 0 0,-2 0 1 15,-5-1-1 1,-6 2 1-16,-7-1-1 0,-7-2 1 16,-6 0-1-16,-8-2 0 0,-5-1 2 0,-7 1 0 0,-12-1-1 15,-3 1 2-15,-10 3-1 0,-2-4 3 16,-3-1 1-16,-1-1-1 16,0 0 1-16,-5-3 2 0,-3 3-2 0,-5-1-3 15,-3-3-2-15,-3 4-1 16,-4-2 0-16,2 0 0 0,-4 1 1 15,2 0-1-15,1-1-1 0,1 3 1 0,4-1 0 16,2 2 1-16,4-1-1 0,2 2 0 16,4 2 1-16,0 0 0 0,4 2-1 15,2 1 0-15,2 0 0 0,2 5 1 16,0 3-1-16,2 4 1 0,-4 1-1 31,1 2 1-31,-3-1 1 0,-1 1-1 16,-2 0 2-16,-1-1 0 0,-2-1 0 15,0-1-1-15,-5-3-1 0,2-1 1 16,0-1-1-16,-1-2 0 0,1-3-1 16,2-1 1-16,-1 1 0 0,0-2-1 15,2 0 0-15,0 0 0 0,0 0-2 16,0 0-3-16,0-2-3 0,2 0-1 16,1-1-10-16,-1-1-12 0,3 0-20 15,-1 1-55-15,1-1-465 0</inkml:trace>
  <inkml:trace contextRef="#ctx0" brushRef="#br0" timeOffset="47202.39">1452 10324 1875 0,'0'0'4'16,"0"0"-4"-16,-40-25 3 0,26 15-2 16,3 2 0-16,-2 2-1 0,1 2-8 15,-1 1-3-15,-3 3-4 0,0 0 4 16,-3 4-3-16,2 5-2 0,-4 3-1 15,-1 5-1-15,-1 4 9 0,2 5 7 16,-1 2 2-16,-2 6 0 0,-1 10 0 16,-1 8 2-16,1 4-2 0,2-1 1 15,2-3 0-15,5-4 1 0,2 2 0 16,0 3 4-16,3 4-1 0,0 4 1 16,1 5-4-16,2 3-1 0,-1 3 0 15,1 3-1-15,2 0 0 0,-1 1 0 16,1 2 0-16,3 2 0 0,-2 7-2 15,2 1-2-15,-2 2-2 0,5-2-2 16,-3 0 3-16,3 1-5 0,3 2-3 16,2 2 13-16,2 3-2 15,2-2 2-15,0-3 0 0,1-2 0 0,2-2 0 16,-2-2 4-16,7-5 5 0,-1-3-1 16,3-6-1-16,0-7-2 0,0-2 1 15,6-5-4-15,-4-1-1 0,6-1 1 16,4-1 0-16,-1-3-2 0,2-1 4 15,1-5-3-15,-3-3 0 0,2-4 0 16,-2-4-1-16,-2-5 1 0,-3-8 0 16,-4-2-1-16,4 0 1 0,13 6-1 15,11 2 1-15,5-1-1 0,-1-9 2 16,-8-9-2-16,-6-6 0 0,-7-2 0 16,-7-4-1-16,-4-2 1 0,-1-2 0 31,1-3 1-31,7-2 5 0,1-5 0 0,-1-3-3 15,-1-5 1-15,1-1-1 0,1-10-1 0,4-9 0 0,0-12 0 16,1-4 1-16,-4 1-2 0,-2 2 2 16,-3 4 2-16,2-2-1 0,-2-1-1 15,-1-4-1-15,1 2 0 0,0-2 0 32,-1-2-2-32,3-2 1 0,-6 0-1 15,4 0 1-15,-3 0-1 0,1 3 0 16,-3 0 1-16,-3 1 0 0,2 0-1 15,-2 0 0-15,-4-3 1 0,0 1-1 16,-1-1 0-16,-1-2 1 0,-6 3-1 16,2-1 4-16,-6-2 3 0,-1 0 0 15,0-5-2-15,0-4 2 0,-5-3 6 16,-3 0-10-16,-1-3-3 0,-4-1 2 16,-2-2 4-16,-3-5-2 0,-4-4 1 15,-2-4 0-15,-2-1-1 0,-3 1-2 16,-4 3 0-16,-3 1-1 0,-4 0 1 15,-7 3-2-15,-4 6 1 0,-6 5-1 16,-4 10 0-16,-9 8-3 0,-11 7-2 16,-10 7-8-16,-12 7-8 0,-9 8-1 15,22 12-61-15,9 8-790 0</inkml:trace>
  <inkml:trace contextRef="#ctx0" brushRef="#br0" timeOffset="51975.73">14406 10964 1673 0,'0'0'13'0,"0"0"-9"15,0 0 1-15,-5-15 0 0,1 9 5 16,0 2 10-16,-1-1-6 0,-1-1-9 16,0 2 3-16,-4-1 2 0,1 1-2 15,1 1-1-15,-2-2 0 0,0 1 0 16,0 1 1-16,-1-1-1 16,-2 0 2-16,2-1-2 0,-3 0-2 0,1 1 0 15,-2-1-1-15,2 1 1 0,-2-1-2 16,0 1 0-16,-1 0-1 0,-1-1 2 15,1 1 0-15,-2 0-1 0,0 1 0 16,0-1 0-16,-2 1-1 0,1-1 1 16,1 1 0-16,-1 0 0 0,0 1-1 15,2-1-1-15,-5 2 1 0,6-1 0 16,-4 2 0-16,2-2 0 0,-2 1 1 16,1 1-2-16,-2 0 1 0,1 0 0 15,-2 0 0-15,4 2 0 0,-2 0 0 16,1 1-1-16,1 2-1 0,-2-1 0 15,2 0 1-15,-2 1-1 0,1 1 1 16,3-2-1-16,-1 3 1 0,-1-2-1 31,1 2 0-31,-2 1 0 0,0 0 0 16,1 1 2-16,-1-1-2 0,0 1 1 16,-1 1-1-16,1 0 0 0,-2 2 0 15,2-2 1-15,-1 2-1 0,-2 1 0 16,4-1 0-16,-2 0 0 0,3 2 0 15,-1 0 0-15,2 1 0 0,2-2 0 16,2 3-1-16,0-2 1 0,3 2-1 16,0 0 1-16,2-1-1 0,3 3 0 15,2-1 1-15,-2 2-1 0,4-1 0 16,0 1-1-16,0 1 0 0,4-2 0 16,4-1-1-16,1-1 1 0,4 1 1 15,4-3-1-15,2 0-1 0,5-1 0 16,-1-3-1-16,3 3-2 0,1-3-1 15,1 1-2-15,1-2 6 0,1 2 3 16,0-2-1-16,3 0-1 0,-2 1 0 16,3-1-3-16,5-1 4 0,4 2 1 15,6-1 1-15,0-1-1 0,-4-1 0 16,-3-1 0-16,-8-1 0 0,3-2 0 16,-1-2 0-16,-5 1 0 0,-5-1-1 15,3-1 1-15,4 0 0 0,1-4-1 16,-2 2 1-16,-11 0 2 0,-4-1 2 15,2 1-2-15,3-2 6 16,2 0 0-16,1-2-2 0,-6-1-1 0,3-1 1 16,-2-1-2-16,-3 1 0 0,0-2-1 15,-3 0 0-15,0 0 1 0,-1 0 2 16,-3-1 1-16,2-2 0 0,-2-1-1 16,2 0-1-16,-4-1-2 0,0 0-1 15,0-4 1-15,1 1-3 0,-1-1 3 16,-1 0-1-16,-1-2-1 0,3 0 1 15,-4 0-1-15,0-1 1 0,-2-2 0 16,2 0 0 0,-5 0 0-16,0-1 0 0,-5-1-2 0,-3-1 0 0,-6 1 0 15,-2-2-6-15,-9 0-17 0,-26-8-17 16,7 7-15-16,-5 5-413 0</inkml:trace>
  <inkml:trace contextRef="#ctx0" brushRef="#br0" timeOffset="66572">7573 12662 1492 0,'0'0'58'0,"0"0"-26"0,0 0-6 16,1 0-5-16,-1 0 15 0,0 0 12 15,0 1-14-15,0-1-5 0,0 0-9 16,-1 0-7-16,1 0 3 0,-1 0 0 16,1 0-4-16,0 0 0 0,0 0-4 15,0-1-4 1,0-3-2-16,1-1 0 15,4-5-1-15,2-5 0 0,4-6-1 0,3-6 0 0,5-6-1 0,6-11-7 16,0-12-33-16,-1 9-11 0,-6 8-917 16</inkml:trace>
  <inkml:trace contextRef="#ctx0" brushRef="#br0" timeOffset="67287.39">10204 13205 1779 0,'0'0'0'0,"0"0"-10"0,23-39-25 0,-11 21-46 15,0-2-353-15</inkml:trace>
  <inkml:trace contextRef="#ctx0" brushRef="#br0" timeOffset="75454.95">5897 13172 1789 0,'0'0'4'0,"0"0"0"16,0 0 1-16,0 0-5 0,-1-38 0 16,7 19-2-16,1-5-15 0,10-17-33 15,-1 3-102-15</inkml:trace>
  <inkml:trace contextRef="#ctx0" brushRef="#br0" timeOffset="75965.3">8562 13314 1922 0,'0'0'1'0,"0"0"-1"0,0 0 0 0,0 0-8 15,-1-36-14-15,22-5-2 0,-2 2-23 16,4-1-76-16</inkml:trace>
  <inkml:trace contextRef="#ctx0" brushRef="#br0" timeOffset="93430.82">19039 4146 1771 0,'0'0'3'16,"0"0"-3"-16,0 0-2 0,0 0-5 16,0 0 7-16,0 0 0 0,0 0 0 15,1 0 3-15,1 2-1 0,-1-1-1 16,0 2 2-16,0 1-1 0,3-1 4 16,-1 1-1-16,-1 0-1 0,1 0 1 15,1 0 1-15,0 2 0 0,-2-3 0 16,4 1 0-16,-4-1-2 0,5 1 0 15,-3-1 0-15,1-1-1 0,-1 0 1 16,1-1 1-16,0-1 2 0,3 0 6 16,1-4 1-16,2-2-4 0,3-2 0 15,1-2-5-15,4-2-3 0,-2-3 1 16,5 0-2 0,0-2 0-16,-1-1 0 0,1 0-1 15,0 2 0-15,1-2 1 0,-4 3-1 0,1 2 0 0,-1 0 2 16,-3 2-2-16,0 0 1 0,-4 2-1 15,-3 2 0-15,-3 1 0 0,-1 2 0 16,-5 2-20-16,0 1-34 0,0 0-110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617.08099" units="1/cm"/>
          <inkml:channelProperty channel="Y" name="resolution" value="1090.7789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8-20T08:56:49.9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14719 8757 1763 0,'0'0'11'0,"0"0"-5"0,0 0-6 0,0-6 1 16,0 5-1-16,-1 1 1 0,0-1 3 15,1 1 2-15,0 0-3 0,0 0 1 16,-2 0-4-16,2 0 0 0,0 0-1 16,0 1 0-16,0 2 1 0,0 1 0 15,0 4 0-15,-1 3 1 0,1 3 0 16,0 2 2-16,0 2-2 0,1 2 1 16,1 4-2-16,-2 1 0 0,2 4 3 15,1 7-3-15,-2 9 3 0,1 13-3 16,0 3 3-16,1 2 0 0,-2 0 3 15,1-2-1-15,4 2 2 0,-6 1 0 16,3 1 3-16,-3 1-4 0,0 0 2 16,0 1-1-16,0-2-1 15,0 4 4-15,-3-4-4 0,3-1 0 0,-2-2 0 16,2-2 2-16,-2-4-2 0,2-3-2 16,4-1-1-16,-4-4-2 15,0-4 2-15,1-3-2 0,-1-4 0 0,2-9 0 16,-2-5 0-16,0-7 0 0,2-2-1 15,-2 1 0-15,0 1 0 16,3-1 0-16,-3-5 0 0,3-3-20 0,4-7-20 16,-1-6-25-16,1-4-84 0</inkml:trace>
  <inkml:trace contextRef="#ctx0" brushRef="#br0" timeOffset="416.42">15005 9024 1828 0,'0'0'7'0,"0"0"-6"15,0 0 1-15,0 0-2 0,-2-10 0 16,2 10-2-16,0 0 0 0,0 3 1 16,2 4 1-16,1 4 0 0,2 2 1 15,-1 5 0-15,1 8 1 0,-2 10-1 16,0 13 3-16,4 14-1 0,-2 4 3 15,4-1-1-15,-1-4 0 0,-2-4-1 16,1 2 0-16,0-2 1 0,1 3-2 16,-3 2 1-16,3 0 2 15,-2 1-2-15,-1-1-1 0,-1-1 2 0,-2 0-2 16,0-1 1-16,-2-2-3 0,0 3 0 16,-5-2-1-16,-4 3 0 0,-4-2-12 15,2-16-71-15</inkml:trace>
  <inkml:trace contextRef="#ctx0" brushRef="#br0" timeOffset="7045.94">15172 12413 1446 0,'0'0'342'0,"0"0"-342"0,0 0-14 16,0 0 10-16,8-35 2 0,-7 29 2 15,1 2 2-15,-2 1 0 0,0 1 4 16,0 2 2-16,-3-1 4 0,3 1-5 16,-3 0-3-16,1 4-3 0,-1 2 0 15,0 5-1-15,0 1 0 0,-3 4 0 16,2 3 0-16,1 4 0 0,0 0 0 15,0 4 1-15,-1 3-2 0,1 8 1 16,-1 6 0-16,1 12 1 0,0 3-1 16,1 1 0-16,0-3 1 0,1-3-1 15,-1 2 0-15,2 1 0 0,0 1 0 16,0 0 1-16,0 2-1 0,0 0 0 16,0 3 3-1,0 0 1-15,-3 1-1 0,-2-2 2 16,2-3 3-16,0-4 4 0,1-5-7 15,-2-3 4-15,4-6-5 0,0-4-1 0,0-7 1 0,0-7-2 16,0-6 1-16,1-3-2 0,4 1-1 16,-2 2 1-16,2-3-1 0,-2-2 1 15,0-5-1-15,2-3-1 16,-3-3-4-16,1-2-6 0,0-6-10 16,6-16-9-16,-4 2-29 0,0-2-222 15</inkml:trace>
  <inkml:trace contextRef="#ctx0" brushRef="#br0" timeOffset="7571.53">15286 12410 1823 0,'0'0'2'0,"0"0"-2"0,0 0-7 15,6-2 5-15,-3 3 1 0,-1 2 1 16,1 3-1-16,0 2 1 0,0 3 0 16,1 6 1-16,-1 4-1 0,0 4 1 15,-1 4-1-15,1 11 0 0,1 12 0 16,-2 12 1-16,1 6 0 0,-3 4-1 16,0-4 2-16,-2-4-2 15,2 2 1-15,-1-1 0 0,-1 2 1 16,2 1 0-16,0 0 1 0,-2 1 2 0,0 0 1 15,2 0 2-15,0 0 0 0,2-3-1 16,0-2 5-16,1-4-1 0,2-3-3 16,0-2 4-16,-3-1-2 0,2-5-1 15,1-4-1-15,1-1-2 0,1-7 0 16,-1-1-1-16,0-9-2 0,1-7-1 16,-1-5-1-16,-3-1-1 0,3-1 0 15,1 2-9-15,-4-3-48 0,-3-6-255 16</inkml:trace>
  <inkml:trace contextRef="#ctx0" brushRef="#br0" timeOffset="14724.12">27224 7787 1360 0,'0'0'19'0,"0"0"-6"0,0 0 12 0,-6-4-8 0,5 3-2 16,0 0 6-16,1 1 9 0,-1 0 1 15,1 0-3-15,-1 0-7 0,0 0-6 16,0 0-3-16,1 0 2 0,-2 0-2 16,2 0 0-16,-3 0 4 0,2 0-3 15,0 0 1-15,0 1-2 0,-1 0-2 16,1-1-2-16,-1 1 0 0,1 0-1 15,-1 0 1-15,2 1-3 0,-1-1 1 16,1 1 2-16,0-1-2 0,1 2 1 16,2-2 0-16,1 0 0 0,3 1-3 15,1 1 0-15,4-1 0 0,4-2 1 16,5 2-2-16,10-2 1 0,12 1 0 16,11-1-1-16,6-3-1 0,3 1 0 15,-3 1 0-15,-2-1-1 16,-1 0 0-16,2 1 0 0,-2 0 0 0,2-1 0 15,0 1 0-15,1 1 0 0,-3 0 3 16,-1 0 1-16,-4-1 1 0,-5 0 2 16,-6 1 1-16,-8 0-2 0,-7-1-1 31,-10 1 0-31,-1-1-1 0,-1-1-2 16,0 0 1-16,0 1 0 0,-5-1 0 15,-3 0 0-15,-4 1 0 0,-1 0 0 16,-1-1 0-16,0 0-3 15,0 0-1-15,0 2 0 0,-1-1-2 16,-1 1-1-16,-4 0-9 0,-8 6-28 16,0-1-49-16</inkml:trace>
  <inkml:trace contextRef="#ctx0" brushRef="#br0" timeOffset="16777.05">31414 7852 1750 0,'0'0'3'0,"0"0"0"0,0 0 1 16,-11-5 0-16,11 5 5 0,0 0 5 16,0 0 1-16,0 0-6 0,5 0-2 15,3 2-3-15,7 1-1 0,8-2 1 16,12 2 1-16,15-2-3 0,17-1-1 16,5 0 0-16,-1 0 0 0,-6-2-1 15,-5 0 1-15,-5 1-1 0,0-1 0 16,-2 0-1-16,-4 2 2 0,-5-1-1 15,-3 0 3-15,-11 1-1 0,-7-2 2 16,-8 1 2-16,-5-2 1 0,2 2-1 16,-2-2 0-16,-2 0-1 0,-2 1-1 15,-4-1-2-15,-2 0-2 0,-2 0-2 16,-1-1-25-16,-5 1-123 0</inkml:trace>
  <inkml:trace contextRef="#ctx0" brushRef="#br0" timeOffset="18791.08">26365 3666 1705 0,'0'0'14'0,"0"0"-11"0,0 0-1 0,0 0 0 16,2 0 0-16,2 2 0 0,1 1 1 15,2-1 1-15,2 3 1 0,0-3 0 16,5 2 1-16,2-1 2 0,4 1-4 31,3 0-1-31,3 1 0 0,11 1 0 16,10 0-1-16,15 0-1 0,7-2 1 15,5 0-1-15,2-2 0 0,-1-2-1 16,4 0 1-16,5 0-1 0,1 0 1 16,6-2-1-16,3-1 0 0,5 0 0 15,6-2 2-15,2-1-2 0,2 0 2 16,2 2 1-16,1-1-1 0,-1 3 1 16,-1-3-1-16,-7 2 0 0,-3-3-1 15,-9 2 1-15,-4 1-1 0,-7-1 2 16,-10 2 6-16,-10 0-1 0,-8-2 3 15,-12 2-1-15,-12 1-2 0,-6-3 0 16,-11 4 0-16,-1-2-1 0,-1 1 0 16,-1-1 2-16,-1 0-2 0,-3 2-2 15,0-1-3-15,-2 0 2 0,0 1-3 16,-2 0 0-16,0 0-1 16,0 0 0-16,0 0-3 0,-9 4-10 0,1 1-27 15,-2-1-53-15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617.08099" units="1/cm"/>
          <inkml:channelProperty channel="Y" name="resolution" value="1090.7789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8-20T09:27:20.74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20228 10924 1884 0,'0'0'0'0,"-30"-37"-1"0,10 16 1 16,-4-1 1-16,-1 2-1 0,-4 1 1 0,-8-1-1 0,-8-3 0 15,-11 0 0 1,-5-1 0-16,-2 5 1 0,2 1-1 0,1 5 0 0,-4-1 0 16,-2 3 0-1,-4 3-5-15,0-3 0 0,-3 2 0 16,-3 0-2-16,-3-1 4 0,-2 2-1 16,0 2-5-16,0 1 9 0,-2 0 0 0,-4 0 0 0,-1 1 0 15,-2 1 0-15,-4-1 2 0,4 1 1 16,-3 3-2-16,-3 1 2 0,-2 5 0 15,-8 2-2-15,0 2 1 16,-3 2-2-16,1 1 0 0,-5 3 1 16,1 1-1-16,-1 4-1 0,1 0 1 15,0 1 0-15,1 3 0 0,-4 0 0 16,0 3 0-16,-1 1 1 0,1 3-1 16,-3 3 0-16,-1 4 0 0,-1 1 0 31,0 2 0-31,4 1 1 0,1 0-1 15,3 2 0-15,1-1 0 0,4 1 1 16,4 1-1-16,5 1 2 0,1 2 0 16,3 1-1-16,4 5 0 0,3 1 1 15,2 4 0-15,6 4 0 0,0 1-2 16,2 4 0-16,2 2 0 0,1 1 0 16,4 5 0-16,4 4 1 0,6-1-1 15,5 4 0-15,9 4 0 0,8-1 0 16,5 3 0-16,9 1 0 0,7 2 0 15,9 4 0-15,4 0 0 0,8 1 0 16,10-3 0-16,10-3 0 0,9 1-1 16,9-4 0-16,8 0-1 0,10 0 0 15,9-2 2-15,12-3 0 0,7-5 1 16,9-4 0-16,7-3 0 0,5-1 1 16,11-6-2-16,8-2 0 15,8-3 2-15,8-6-1 0,6-2 0 16,8-4-1-16,3-2 2 0,6-4-2 15,4-1 0-15,0-2 0 0,3-5 0 16,4-5 0-16,1-4 0 0,1-2 0 0,1-8 1 16,-1-5 0-16,-1-4 1 0,1-6 2 15,0-1-1-15,-3-10-1 0,-2-3 2 16,-4-7-1-16,-4-3-1 0,-3-7 0 16,-3-6 3-16,-5-5-1 0,-1-2-1 15,-5-5 4-15,-1-7-2 0,-6-5-2 16,-3-4-2-16,-6-6 0 0,-6-2 1 15,-8-4-2-15,-5-2 1 0,-7-4 0 16,-7-5-1-16,-9-2 0 0,-7-6 1 16,-7-3-1-16,-5-3 0 0,-7-1 1 15,-8-4 0-15,-7-2-1 0,-9-3 0 16,-8-3 0-16,-9 1 0 0,-11-3 0 16,-8-2 0-16,-6-2 0 0,-9-2 0 15,-12 0 2-15,-10 3-2 0,-10 1 1 16,-15 1-1-16,-13 2 0 15,-14 5 3-15,-13 3-2 0,-15 9-1 16,-16 7-3-16,-18 8-3 0,-19 14-7 16,-25 13-6-16,39 19-19 0,14 16-83 15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617.08099" units="1/cm"/>
          <inkml:channelProperty channel="Y" name="resolution" value="1090.7789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8-20T09:27:52.2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4281 6703 1779 0,'0'0'5'0,"0"0"-1"0,0 0-2 15,0 0-2-15,0 0 0 0,0 0 0 16,0 0 0-16,23-24-1 0,-11 20 1 31,2-1 0-31,3 2 0 0,5-1-1 16,2 1 1-16,3 1-1 0,7 0 0 16,9 1 1-16,11 0 0 0,6 1-1 15,0 0 1-15,-2-1 0 0,-4 1 1 16,5 0-2-16,6 0 2 0,5 0-1 15,3 2 1-15,6-1 1 0,2 4-1 16,3 2 1-16,2-1-2 0,4 1 1 16,2 0 0-16,5 1 0 0,1 0-1 15,3-1 1-15,1 5 2 0,4-3-1 16,2-1-1-16,5 5 2 0,3-1-1 16,0-2 1-16,0 4-2 0,4-2 2 15,4-1 0-15,2 1 0 16,1 0-2-16,2 1 3 0,2-3-2 0,0 1-1 15,2 0 2-15,-1 0-2 16,-1 0-1-16,2 0 1 0,-1-4-1 16,-4 3 0-16,-1-2 0 0,0 0 0 0,-1-2 0 15,-4-3 5-15,-2-2-1 0,-6-1 1 16,-4 0 0-16,-3 0 2 16,-8 0-2-16,-8-2 3 0,-7-4 0 0,-7 0 0 15,-6 0-4-15,-6 0 3 0,-10 2-4 16,-4-1-1-16,-7 3 0 15,-13-1 0-15,-8 2-1 0,-8 0 1 16,-3 0-2-16,2-1 1 0,-2-1 1 16,0 0 0-16,0 0 0 0,-4 1-1 15,0 1 0-15,0 0-1 0,-2 1 0 16,0 0-1-16,5 4-13 0,-1 0-32 16,-5-2-64-16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617.08099" units="1/cm"/>
          <inkml:channelProperty channel="Y" name="resolution" value="1090.7789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8-20T09:28:01.2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3036 4939 1755 0,'0'0'3'0,"0"0"-1"0,0 0 0 0,0 0-2 0,0 0-2 0,0 0 1 31,0 0-1-31,40-13 2 0,-24 11-1 16,1-1 0-16,5 1 1 0,-1 0 0 15,2 1-1-15,1-1 0 0,4 2 1 16,2 0 0-16,5-1 0 0,8 0 0 15,9-1 0-15,4-1-1 0,-2 1 1 16,-2-3 0-16,-2 1 0 0,2-1 0 16,1-2 1-16,6 0-1 0,2 0 0 15,3 0 0-15,3 1 0 0,1-1 0 16,1 0 0-16,0 3 0 0,4 0 1 16,1-1-1-16,2 1 1 0,4-1 0 15,2 0 0-15,1 0 3 0,-1 2-1 16,0 1-1-16,0 1-1 0,3 1 1 15,0 0-1-15,3 0 1 0,0 2 1 16,-3 0-2-16,3 0 2 0,2 1-2 16,2-3 2-16,4 0 0 0,1 0-1 15,0-2-1-15,-1 0-1 0,2 0 2 16,-1 0-2-16,2 0 2 0,0 0-2 16,1 2 1-16,-3-1 0 0,2 0 0 15,0 1-1-15,-1-1 3 0,3 0 1 16,-3 0-2-16,-2 0 0 0,1 1 1 15,-2 0-2-15,2 0 2 0,0 3-2 16,-1-2 2 0,-2 3-1-16,-1-1 1 0,2 1-1 0,3 1 0 15,-1 0 1-15,0-1-1 16,-1 0 0-16,-2 0-1 0,3-1 1 16,-1 3 0-16,2 0 3 0,-1 0-2 0,-2 0-1 0,1 1 0 15,1 0 0-15,-1 1-2 0,3 1 1 16,-1-1 0-16,-3-2-1 0,0 2 1 15,1-1-1-15,1 0 0 0,1 1 1 16,3-2-1-16,-4 1 0 16,1 0 0-16,1-1 0 0,0 1 0 15,1-4 0-15,1 1 0 0,-3-2 0 16,0 3 0-16,0-1 0 0,0 0 0 16,3 1 0-16,-2-2 1 0,2-2 0 15,-4 0-1-15,1-1 1 0,0 0 1 0,1 2 3 31,1-2-1-31,-4 1 1 0,-1-1-3 0,-1 0 1 0,-2 0-3 16,2 0 2-16,-2 0 0 0,-4 0-2 16,-4 1 0-16,-4-1 1 0,0 0-1 15,-4 0 0-15,-5-1 0 0,-2-4 0 16,-7 2 1-16,-7-1-1 0,-3 0 0 16,-6 2 0-16,-5 0-1 15,-4 0 1-15,-7 0 2 0,-8 0 0 0,-6 1 0 16,-2 1 1-1,0-1-1-15,3 1 0 0,0 0-1 16,1 0-1-16,-2 0 0 0,8 0-12 0,-6 2-22 0,-4-2-62 16</inkml:trace>
  <inkml:trace contextRef="#ctx0" brushRef="#br0" timeOffset="12802.7">13191 4814 1811 0,'0'0'4'0,"0"0"-1"0,0 0-2 15,0 0 1-15,0 0-1 0,-3-12 0 16,3 12-1-16,3-2 0 0,2 2-2 16,0-1 1-16,0 0 1 0,2 0 0 15,-2 1-1-15,1 0 0 0,3 0 1 16,1 0 0-16,-1 1-1 0,4 1 1 16,0 2-2-16,4-1 2 0,1 3 0 15,4 1 0 1,3-1 0-16,3 2 0 0,8 0 0 0,9 3 0 0,9-1 1 15,4 1-1-15,2-1 0 0,0-2-1 16,-3 0 1-16,6-1 0 0,2-1 1 16,3 2-1-16,5-1 0 0,1 0 0 15,2 1 0 1,1 1 0-16,4-1 0 0,4 0 0 0,7-1 1 0,1 0 0 16,2 0 1-16,5 0-1 15,2 0 2-15,4-6-2 0,3 2 0 0,6 0 1 16,1-2-2-16,-1 1 1 0,3 0-1 15,1 0 0-15,1 0 2 0,0 3 0 32,-3-2 0-32,5 1 1 0,-2-1 3 15,0-2-1-15,0 2 0 0,-7-2 0 16,-2-1-2-16,-2 1 1 0,-6-1 1 16,-5 0 0-16,-6 0 1 0,-7 0 1 15,-5 0-1-15,-7-1 0 0,-8-2-1 16,-5-1-1-16,-8 0 0 0,-7-1 0 15,-9-1-1-15,-8 4-1 0,-6 0 0 16,-8 0 0-16,-6 1-1 0,4 0 1 16,1-3-1-16,-3 1 2 0,1-1-2 15,-1 1-1-15,-1-1 0 0,-1 2-1 16,6 2-19-16,-3 0-34 0,-3-1-65 0</inkml:trace>
  <inkml:trace contextRef="#ctx0" brushRef="#br0" timeOffset="15155.66">6098 7082 1797 0,'0'0'5'0,"0"0"-5"15,0 0 4-15,0 0-4 0,0 0-1 16,0 0-1-16,11-5 2 0,1 5 0 15,3 0 0-15,3 0 0 0,5 0 0 16,2 0 0-16,8 0 0 0,11 1 0 16,8 2 0-16,2 1 0 0,2 0-1 15,-3 3 0-15,-2-1-1 0,4 1 2 16,5-1-1-16,5-1 1 0,6 2 0 16,2-2 0-16,6 2 0 0,3 0 0 15,5-1-1-15,4 2 0 0,5-3 1 16,6 2 0-16,7-1 1 0,3-1 0 15,0 2-1-15,4 0 0 0,3 2-1 16,3-2 1-16,3 1 1 0,3-1-1 16,3 3 1-16,3-3-1 0,2 1 4 15,5-1-1-15,1 3 0 0,5-2 2 16,2-2-1-16,3 2 1 0,0 0-1 16,4 1-1-16,1 2-1 0,4-3 0 15,4 0 2-15,-2 1 0 0,1-3-1 16,2 1 1-16,-2 0 0 0,1 0-1 15,2-1 3-15,0-1-2 0,1-2 0 16,-1-1-1-16,2-1 0 0,0-1-1 16,-3 0-1-16,3 0 3 0,-2-1-2 15,-2-2 1-15,-3-1-1 0,2-2 0 16,-2 1 1-16,-1-4-2 0,0 0 3 16,-3 0 1-16,-6-1-2 0,-2 1-2 15,-5 0 3-15,-6 1-2 0,-4 0-1 16,-3-2 1-16,-3-1-1 0,-5-1 0 15,-4-1 0-15,-5-2 0 0,-6-1-1 16,-9 1 1-16,-8 1-1 0,-7-1 0 16,-8 1 0-16,-9-1 0 0,-6 0 2 15,-7 1 0-15,-6 1 1 0,-7-2 0 16,-5 3 1 0,-9 0 0-16,-8 3 0 0,-5 2 0 15,-7 1 0-15,2-1-1 0,2 0 1 0,-4-1 0 0,-1 1 1 16,-4 0-2-16,0 1-1 0,0-2 0 15,-2 1-1-15,1 1 0 0,-2 0 0 16,0 0-1-16,-3 3 0 0,-3-1-7 16,-1 2-14-16,-18 2-25 15,3 0-67-15,-5 0-1567 0</inkml:trace>
  <inkml:trace contextRef="#ctx0" brushRef="#br0" timeOffset="34098.49">11941 14282 1647 0,'0'0'10'0,"0"0"-10"0,0 0 0 0,-18-29-3 15,11 23 3-15,-1-1 22 0,-1 1 8 16,0 4-14-16,0-3-7 0,-1 4-1 16,-1 1 0-16,0 0-3 0,-1 3-2 15,-2 1 3-15,-1 2-1 0,-1 2 3 16,-1 4-3-16,-1 1-1 0,-1 2 0 16,-2 2-1-16,1 3-2 0,-2 1 0 15,-1 1 0 1,1 3 0-16,-1 0 0 0,0 2-1 0,1 1 0 15,4 0 1-15,0 3-1 0,4-1 0 16,0 1 2-16,4 2-2 0,1 1 0 16,-1-1 1-16,4 5-1 0,1-4 0 15,3-1 1-15,2-3-1 0,0-4 0 16,4 2 0-16,2-4 0 0,2 0 0 16,1-2 0-16,2-5 0 0,1 2 1 15,0-2 0-15,0 0 0 0,4-1 0 16,-4-1-1-16,3-1 0 0,0 0 0 15,3-3 0-15,-3-1 1 0,3-2-1 16,1-2-1-16,-2 0 1 0,1-4 2 16,0 0 0-16,-1-2-1 0,2 0 2 15,-2-4-1-15,1-1-1 0,-1 0 3 16,4-2 2-16,-2-3-4 0,1 0 1 16,0-1 0-16,-1 0-1 0,2-1 0 15,-1 0 0 1,-1-1-1-16,2 3 2 0,-3-2-1 15,-3 3 2-15,1-1 0 0,-2 2-2 16,-3 1 2-16,1 1-3 0,-3 2 1 16,-1-1 1-16,1-1-2 0,-4 2 1 15,1-1-1-15,-1 0-1 0,0 1 1 0,0 0-1 16,1-2 1-16,0 3-1 0,-4-2 1 16,2 2-1-1,-1-1 0-15,-1 3 0 0,0-3 1 16,0 1-1-16,0 0 1 0,-1-1-1 15,3-1 0-15,-1 0 1 0,2-2-1 16,0-3 2-16,1 1 0 0,-1-4-1 16,1 0 2-16,0-1 0 0,0-2 3 15,0-2-1-15,-1-3 0 0,1-1-3 16,-1-6 1-16,-1 0 0 0,0-3-2 16,-3-8-1-16,0-3 1 0,-6 5-1 15,-2 4 2-15,-7 6-2 0,-2 6 0 16,-8-1-1-16,-12-5-3 0,-13 5-22 15,-12 7-13-15,8 6-20 0,8 5-108 0</inkml:trace>
  <inkml:trace contextRef="#ctx0" brushRef="#br0" timeOffset="35041.23">22233 14408 1790 0,'0'0'15'0,"0"0"-15"16,0 0-1-16,0 0 0 0,0 0 0 15,0 0 1-15,4 25-1 0,-6-15 1 16,-2 4 1-16,-2 4 0 0,-1 0 2 15,1 2 1-15,1 0-1 0,1-1 2 16,3-2-3-16,2-3 3 0,6-3-2 16,5-3 2-16,6-2-1 0,10-4 1 15,18-3 1-15,20-11 3 0,12-3-1 16,11-6-3-16,5-2-2 0,0-2-1 16,2-3-1-16,0 0 0 0,-1 0 0 15,-3 4 0-15,-2-1-1 0,-2 4 1 16,-4 4 1-16,-7 4 2 0,-11 2 3 15,-9 5 0-15,-11 3 1 0,-8 0-3 16,-10 2-1-16,-8 1-1 0,-9 0 0 16,-4 0-2-16,0 0-1 0,-1 2 1 15,-3 0-1-15,-3 0-4 0,0 4-2 16,-5 4-26-16,-1 1-44 0,-2-3-211 0</inkml:trace>
  <inkml:trace contextRef="#ctx0" brushRef="#br0" timeOffset="36497.4">23070 15802 1856 0,'0'0'4'0,"0"0"-3"16,0 0 1-16,0 0 1 0,0 0 4 15,0-6 6-15,4 1 14 0,5-5-9 16,4-2-6-16,9-6-3 0,17-9-5 15,28-10-3 1,34-13 0-16,20-5-1 0,6-2-1 0,-30 13-23 0,-28 10-84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617.08099" units="1/cm"/>
          <inkml:channelProperty channel="Y" name="resolution" value="1090.7789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8-20T09:28:51.6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13631 14623 1603 0,'-10'-5'9'0,"2"-2"-9"0,-2-1 4 16,-2 0 7-16,0 2 7 0,-2 0 2 15,0 0-6-15,-3 3-8 0,1-2-3 16,-5 2 0-16,2 0 3 0,-1 2-2 16,-5 1-3-16,1 0 1 0,0 0 0 15,-3 2-2-15,-1 2 5 0,1 1 12 16,-3-2-13-16,-3 4-2 0,2 0 0 16,-7 7-1-16,-5 1-1 0,-5 9 1 15,-1 1-1-15,5 1 0 0,2 1 0 16,7 0 0-16,0 1 0 0,-3 1-1 15,1 1 1-15,-3 4 1 0,0 1-1 16,2 1 0-16,-4 3 0 0,4 0 0 16,1 6 0-16,0-1 1 0,2 4-1 15,2 1 1-15,2 2-1 0,1 3 1 16,1-2-1-16,2 3 1 0,1 0 0 16,1-1 2-1,4 1-2-15,2-2 0 0,2 3-1 0,3 2 0 0,3 0 2 31,0 0-2-31,5 1 0 0,2 0 2 16,2-4-1-16,2-1 0 0,2-3 1 16,2-2 0-16,2-3-1 0,5-2 0 15,-1-4 0-15,4 2 0 0,3-3 0 16,2-2 0-16,3-2 1 0,-3-7 0 16,-2-6-1-16,-1-5 1 0,1-1 0 15,4 3 0-15,6 1 0 0,10 3 0 16,7-1 2-16,8-3-1 0,4-3-1 15,-2-7 1-15,-5-2 0 0,-4-7-2 16,-1 0 1-16,3-1 0 0,-1-8 0 16,1-2 1-16,0-3-1 0,3-1 2 15,0-4-2-15,0-2 2 0,2 0 0 16,0-4-3-16,-2-1 1 0,2-2 0 16,-2-3 0-16,-2 1-1 0,-1 0 0 15,-2-3 0-15,-1 0 1 0,-2-2-2 16,0 1 1-16,0-1-1 0,-2-1 1 15,1-2-1-15,-3 1 0 0,3-2 1 16,-3 0-1-16,0-4 1 0,-3 0-1 16,2-3 0-16,-7-1 1 0,2-2-1 15,-2-2 0-15,-2-2 1 0,1-3-1 16,-2 0 0-16,-2-4 1 0,-2-2 0 16,-2-1 3-16,-2-4 1 0,-2 0 1 15,-4-2-1-15,-1 0 0 0,-5 2 4 16,-2 1-3-16,-5 2 2 0,1 1-3 15,-7 2 2-15,-2 2-3 16,-6 4 0-16,-5 1-1 0,-3 8 0 0,-7 1 0 16,-2 7-2-16,-10 3-1 0,0 6 0 15,-11 5-3-15,-4 9-8 0,-11 9-20 16,-3 6-10-16,15 6-38 0,7 2-189 0</inkml:trace>
  <inkml:trace contextRef="#ctx0" brushRef="#br0" timeOffset="1009.6">16847 15086 1704 0,'0'-3'13'0,"0"-2"-9"0,0 0 4 16,2 2 1-16,-1-1-5 0,-1 2-2 16,0-1 1-16,0 1-1 0,0 2 2 15,0 0 1-15,0 0 2 0,0 0-2 16,0 0-1 0,0 2-4-16,-3 3 7 0,-2 4-5 0,0 3 1 0,-4 6 2 15,1 4-3-15,-5 8 0 0,1 1 0 16,-2 1-1-1,-7 12 0-15,0 4-1 0,-7 14 1 16,-2 2 0-16,0-4 0 0,0-4-1 0,1-7 0 0,1 1 1 16,-2 0-1-16,-2 1 1 15,1-1 0-15,1-3-1 0,-2 0 3 0,4-3 2 32,-2-1 4-32,3-4 1 0,2-2 1 15,7-10 1-15,1-4-1 0,6-7-1 16,0-1 0-16,0 1-3 0,-1 0 0 15,0 1-1-15,4-3-1 0,0-1-2 16,3-4 0-16,1 0-2 0,4-2 0 16,-3 0 0-16,3-1 0 0,0 2-1 15,-2-1-15-15,-1-2-97 0</inkml:trace>
  <inkml:trace contextRef="#ctx0" brushRef="#br0" timeOffset="1982.5">19258 15357 1820 0,'0'0'3'0,"0"0"-2"15,0 0 1-15,0 0-1 0,0 0 0 16,-17-21 0-16,14 23 0 0,-3 7 0 16,-3 3-1-16,-4 7 1 0,-4 5-1 15,-8 11 0-15,-6 12 0 0,-9 13 0 16,-1 6 0-16,-1-1 1 0,4-3-1 16,3-5 0-16,1-4 0 0,3 0 1 15,2-6-1-15,4-3 0 0,3-5 0 16,6-1 1-16,2-11-1 0,6-4 0 15,0-7 0-15,3-2 0 0,1 1 1 16,-2 2-1-16,1 1 1 16,2-1 0-16,3-4-1 0,0-1 0 0,7-1-3 15,1-2-47-15,0-6-117 0</inkml:trace>
  <inkml:trace contextRef="#ctx0" brushRef="#br0" timeOffset="2622.38">21876 15065 1808 0,'0'0'2'0,"0"0"-2"0,0 0 0 15,-28 47 0-15,15-16 1 0,-8 12-1 16,-6 12 1-16,-4 4 0 0,1-1-1 16,2-3 1-16,3-5-1 0,-1-2 1 15,1-3-1-15,0 0 0 0,2-1 3 16,-1-1 0-16,1-1 3 16,2-1 0-16,3-4 5 0,2-7 1 15,3-3-1-15,-1 2 0 0,3-4 0 16,0-3-4-16,-1 4-2 0,5-7-1 0,-2 3 0 15,0 1 0-15,2 0-2 0,1-2 0 16,0-3 0-16,2-3-1 0,0-1 0 16,-1 0 0-16,3-4-1 0,-1 1 0 15,1-1 0-15,0 0 0 0,-7 0-4 16,-1-2-45-16,-1-4-198 0</inkml:trace>
  <inkml:trace contextRef="#ctx0" brushRef="#br0" timeOffset="5278.98">23635 12908 1779 0,'0'0'6'16,"0"0"-3"-16,0 0-2 0,0 0 5 15,5-42 2-15,-4 29 1 0,-1-1 2 16,0-3-3-16,0-2-1 0,0-1 0 15,0-2-2-15,0-3 5 0,1 0 0 16,1-4-4-16,-1-2-1 0,1-5 2 16,0-8 1-16,1-10-2 0,1-2 0 15,-2 0-3-15,1 4 0 0,0 4 0 16,-1-1-1-16,3 0 0 0,-2-3-1 16,1 1 0-16,-1-2 1 0,1 2-2 15,-2-1 0-15,1-2 0 0,0 1 0 16,-1-1 0-16,0 0 0 0,1 3 0 15,-3-1 1-15,0 2-1 16,0 1 0-16,-1 3 0 0,-1 0 0 0,1 4 0 16,-1 0 0-16,-2 1 0 0,1 2 0 15,0 0 0-15,0 3 0 0,0 1 1 16,-1 7 0-16,2 3 0 0,0 7 2 16,-3 0-2-16,2-1 1 0,0-3 0 15,-3-1-2-15,1 1 2 0,0 1 0 16,1 3-1-16,-1 2 0 0,1 1 0 15,0 2-1-15,2 0 0 0,-1 5 0 16,1 0 1-16,1 2-1 0,0 1 1 16,0 2-1-16,1 0 0 0,0 0 0 15,0 3 1-15,0 0-1 0,0 0 0 16,0 0-1-16,0 0 0 0,0 0 0 16,0 5-6-1,0 1-21-15,-1 0-28 0,-1-2-80 0</inkml:trace>
  <inkml:trace contextRef="#ctx0" brushRef="#br0" timeOffset="6203.77">23598 10956 1697 0,'0'-6'8'0,"0"1"8"0,0-1 0 0,-1-1 2 16,0 0-2-16,-2 1 0 15,0 2-2-15,-1 2-6 0,-1 1-2 16,-3 1-3-16,0 5-2 0,-1 4 0 16,-1 6-1-16,-3 5 1 0,-1 3 0 15,-2 4 0-15,0 2 1 0,-1-1-1 16,1 1-1-16,1-2 1 0,2-1 0 16,1-5-1-16,4-5 0 0,3-2 1 15,2-5 0-15,1-1 1 0,2-4 1 16,0-1 1-16,0-3 2 0,0 0 2 15,3 0 1-15,1-4 3 0,2-2-7 16,2-5-3-16,1 0-2 0,1-4 1 16,1-3-1-16,0 0 0 0,1-3 0 15,0-3 0-15,2-1 0 0,-1-1 0 16,-1-1 0-16,1 1 0 0,-1 2 0 16,-2 1 0-16,-2 3 0 0,0 1 1 15,0 5 0-15,-2 1 1 0,-1 5 3 16,-2 1 2-16,1 1-2 0,1 4-2 15,2 1-1-15,-1 1-1 16,4 0 1-16,2 6-1 0,2 3 0 0,3 2 1 16,1 3 0-16,2 3-1 0,-2 2-1 15,3 1 0-15,-2 1 1 0,1 0 0 16,0 2 0-16,0-1-1 0,-1 0 0 16,1 0 1-16,-3-1-1 0,0 1 0 15,-2-1 1-15,-2-1-1 0,-4 0 1 16,-2-1-1-16,-1-3 1 0,-5 1-1 15,-1-1 0-15,-1-2-5 0,-4 1-9 16,-4 1-18-16,2-4-31 0,-1-2-529 16</inkml:trace>
  <inkml:trace contextRef="#ctx0" brushRef="#br0" timeOffset="18059.74">13327 13635 1671 0,'0'0'70'16,"0"0"-66"-16,0 0-2 0,0 0 2 15,-41-38 4-15,33 30 1 0,-1 1-1 16,-4-1-2-16,2 2-2 0,-2-1 0 16,-1 1-3-16,2 1-1 0,-2 1 1 15,0-1 1-15,-2 3-2 0,1 0 0 16,-1 2 0-16,0 0 0 0,-1 3 0 16,0 3 0-16,-1-1 0 0,2 1 0 15,-2 1 0-15,0 0 0 0,3 1 0 16,-2 2 1-16,3-2-1 0,1 2 0 15,-4 1 2-15,4 1-1 0,0 0 0 16,0 1 1-16,1 1-1 0,3 2-1 16,-2-1 1-16,0 1 1 0,3 4-1 15,-1-2-1-15,1 4 2 0,-1 1 0 16,1 1-2-16,0 1 1 0,0 2-1 16,2 1 1-16,-2 1-1 0,2 0 0 15,-1 1 0-15,-1 1 2 0,3-1-2 16,0 2 1-16,2-2 2 0,0-1-1 15,3-1-1-15,0 2 1 0,0-2 0 16,-1-2 0-16,5 1-1 16,1-1 1-16,1-1 0 0,3 0-2 0,0-2 1 15,0 1 0-15,1 0 0 0,2 1 0 16,1-2 0 0,1 1 0-16,0 1-1 0,1-3 1 0,1 3 0 0,1-2 0 15,0-1-1-15,0 0 1 0,1-1-1 16,2-1 0-16,-1-1 0 0,2-3 2 15,1-2-1-15,3-1-1 0,-3-3 0 16,3 1 2-16,0-3-1 0,1-1 0 16,1 0 0-16,0-2 2 15,1-1-1-15,0 1 0 0,1-3 2 0,-2 1 0 16,1-1-2-16,1-2 0 0,1 0-1 16,-2 0 0-16,1-5 0 0,1 0-1 31,-2-4 0-31,2 0 1 0,0-1-2 0,-2-3 2 0,1 0-1 0,1-2 0 15,-5 1 0-15,3-3 0 0,-3 1 1 16,1-1-1-16,0-2 0 0,-1 0 1 16,1 1-1-16,-3-3 0 0,1 0 1 15,1 0-1-15,-5 0 1 0,1-1-1 16,-2 0 1-16,1 0-1 16,-2 0 0-1,-1 1 0-15,-4 0 1 0,4-1-1 16,-7 0 0-16,1 0 1 0,0 0 1 15,-4 0 2-15,0 0 2 0,-2 0-2 16,1 1 0-16,-3-1-1 0,-1 0-2 16,-1-1 0-16,1 0-1 0,-2 1 1 15,0 1 0-15,-4 0-1 0,0-1 1 16,-2 0-1-16,1-1 0 0,-3 2 0 16,2 0 0-16,-1 0 0 0,-2 0 0 15,-1 0 0-15,1 1 1 0,-2 1-1 16,0-1 0-16,1 5 1 0,-2-3-1 15,-1 1 1-15,-1 4 0 0,0-2 0 16,-2 1 0-16,2 1 0 0,-2 0 1 16,0 1-1-16,-3 0 1 0,1 0-2 15,0 0 2-15,-4 1-1 0,1 0-1 16,0 2 1-16,-2-1 2 16,2 2 0-16,-3 0-1 0,1 1 0 0,-2 2-1 15,0-1 1-15,2 0-1 0,-2 1 0 16,-1 1-1-16,1 1 0 0,0 0 0 15,1-1 1-15,-1 2-1 0,0-2 0 16,-2 2 0-16,2-1 1 0,-2 0-1 16,1 0 0-16,-1-1 0 0,0 3 1 15,1-2-1-15,1 0 0 0,-2 3 1 16,2 0-1-16,-1 0 2 0,1 0-2 16,0 4 1-16,1 0-1 0,-1 2 1 15,2 1-1-15,0 0 0 16,-2 3 0-16,-1 1-1 0,0 3-6 0,0 2-9 15,-18 13-8-15,8-4-20 0,1-1-60 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617.08099" units="1/cm"/>
          <inkml:channelProperty channel="Y" name="resolution" value="1090.7789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8-20T09:29:30.0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17264 12013 1634 0,'0'0'6'0,"0"0"-3"15,0 0-1-15,0 0-2 0,-41-28-5 16,32 25-39-16,-1-1-84 0,-2 2 13 15,0 1-66-15,0-2 57 0,2 2 66 16,-3 1 58-16,1-2 4 0,-1 1 36 16,-1-2 43-16,3 2 26 0,-2 1-19 15,-1-2-25-15,3 2-36 0,-3 0-20 16,1 0-7-16,-1 0 2 0,-2 2-4 16,-4 5-2-16,5-2-21 0,0 1-268 0</inkml:trace>
  <inkml:trace contextRef="#ctx0" brushRef="#br0" timeOffset="1293.6">21316 12231 1608 0,'0'0'21'15,"0"0"-8"-15,0-45 31 0,-1 24-15 16,-3 1-11-16,-4-1 1 0,-3 0-4 16,-2 1 2-1,-3-1-7-15,-4 0-2 0,-2 2-2 0,-5 1-1 0,-8-1-2 16,-9-1-2-16,-12 2 0 0,-5 0-1 15,0 4 1-15,0 4-1 0,4 3 1 16,0 2-2-16,-4 0 1 0,-2 4-1 16,-3 1 1-16,-1 0 0 0,-2-1 0 15,-4 3 0-15,2 4 0 0,-1 1 0 16,-2 1 0-16,4 4 0 16,-2 0 0-16,0 3-1 0,2 1 0 0,1 2 1 15,3 0 0-15,6 3 1 0,2 3-1 16,4 0 0-16,6 3 0 0,4 0-1 15,5 2 1-15,3 1 0 0,8-3 0 16,0 6 0-16,3 1 0 0,5 1-1 31,3 3 1-31,5-7-1 0,8-6 1 16,4 7 0-16,3 4 0 0,9 3 0 16,4 6 1-16,6-6-1 0,3-4 0 15,1-5 0-15,8 3 0 0,4 0 0 16,5 1 0-16,9 1 0 0,2-5 1 15,2 1-1-15,3-2 0 0,6-4 0 16,1 3 0-16,6-3 1 0,-1-3 0 16,6 0-1-16,2-5-1 0,5-3 1 15,4-3 0-15,4-3 1 0,0-2-1 16,-1-5 1-16,0-1-1 0,-1-1 0 16,2-6 0-16,1-3 0 0,0-3 1 15,0-5 0-15,-3-1 2 0,-4-4 2 16,-4-3-1-16,-1-3 1 0,-5-3 1 15,-4-5 3-15,-8-4-3 0,-7-1 2 16,-12-3 7-16,-7 1-7 0,-8-3 1 16,-10 2-1-16,-9-2 1 0,-9 1 1 15,-9-2-3-15,-11-2-3 0,-15 3-1 16,-12 3-3-16,-16 1 0 0,-16 5 0 16,-17 8-1-16,-12 3-2 0,-11 12-10 15,-8 8-1-15,-8 7-5 16,-3 11-11-16,2 10-3 0,4 5-9 0,36-5-62 15,19-1-657-15</inkml:trace>
  <inkml:trace contextRef="#ctx0" brushRef="#br0" timeOffset="2248.82">21241 14197 1827 0,'-12'-14'2'0,"-1"0"2"0,-4-2 7 0,-4-2-9 15,-5 4 0-15,-8-3-1 0,-11 1-1 0,-11 0 0 16,-1 2 1-16,-1 2-1 16,4 4 1-16,4 3-1 0,-2 0 0 15,-3 1 0-15,-3 2 0 0,-1 1 0 16,-2 1 0-16,-4 2 0 0,-2 1 1 31,-2 3-1-31,0-1 0 0,0 2 0 16,2 1 0-16,3 4 0 0,2 1 0 15,0 3 0-15,2 2 0 0,-2 0 0 16,5 3 0-16,-1 3 0 0,4 0 0 16,3 2 0-16,4 2 0 0,2 1 0 15,1 0 0-15,3 4-2 0,2 1 2 16,1 2 0-16,2 1 0 0,4 4-1 16,2-1-1-16,5-1-1 0,5 2-2 15,4-1 3-15,6-3 0 0,4 1 0 16,6-2 2-16,2 1-1 0,8 0 0 15,7-2 0-15,1-3 1 0,2-8 1 16,-3-4 0-16,9 2-1 0,18 6 1 16,16 6-1-16,12 2 0 0,3-5 0 15,0-7 1-15,-2-4-1 0,5-3 0 16,3-1 1-16,5-5 0 0,-1 2-1 16,2-2 2-16,0-3-1 0,3-1 1 15,1-5-1-15,2-1 1 0,-1-1-1 16,-2-2 0-16,0-4 0 0,-1-3 0 15,1-3-1-15,-2-2 1 0,-2-1 0 16,-5-1 0-16,-3-5 0 16,-3-1 1-16,-3-1 0 0,-4-2-1 0,-3-2 2 15,-5-1 1-15,-4-4-1 16,-6 1 2-16,-3-2-2 0,-7-3-1 0,-6-4 0 16,-5-2-1-16,-7 0 0 15,-5-2-1-15,-7-2 1 0,-7-1 0 16,-3 0-1-16,-9-2 0 0,-9-2 1 15,-7 3-1-15,-9 1 0 0,-11 2 0 16,-10 0 0-16,-14 3-1 0,-11 4 1 16,-11 5-3-16,-9 5-2 0,-9 8-1 15,-8 10-5-15,-7 3-3 0,-4 7-7 16,1 2-13-16,33 5-51 0,19-2-233 16</inkml:trace>
  <inkml:trace contextRef="#ctx0" brushRef="#br0" timeOffset="3234.72">27314 12074 1848 0,'-7'-13'2'0,"-4"0"1"0,-4-1-3 0,-7 0-1 15,-10-1-3-15,-13 0-8 0,-16 1 6 16,-8 0-2-16,-1 2 0 0,0 5 2 15,3 1 1-15,-4 3 3 0,-1-1 0 16,-2 3 2-16,-1 1-1 16,2 0 0-16,-2 3 1 0,0 2 2 15,1 5-2-15,-3 0 1 0,0 3-1 16,2 2 0-16,0 3 0 0,0 0 0 16,2 4 0-16,-2 3 0 0,4 1 2 15,3 3-2-15,5 1 0 0,4 2 0 16,3 1 0-16,7 3 0 0,2 1 0 0,5 2 0 15,4 1 2-15,6 1-1 16,6 1 0-16,6-4 0 0,6 0 0 16,8-8-1-16,4-3 0 0,2 1 2 15,6-3-1-15,3 0 1 0,4 2 1 16,5-5-1-16,11 9-1 0,17 5 0 16,15 1 0-16,10-1 0 0,3-8-1 0,2-6 1 15,1-6-1-15,5-5 0 0,4-1 0 16,4-2 2-16,0-5-1 0,3-1 1 15,1-2-1-15,2-2 0 16,1-6 3-16,0 0-2 0,-3-5-1 16,-2 0 0-16,-4-1 2 15,0-3-2-15,-3-3-1 0,-3-2 2 0,-7-5-2 16,-7-2 1-16,-7-3 0 0,-5-2 1 16,-6-2-1-16,-10-1 3 0,-9-1 2 15,-9-1 1-15,-13-2 0 0,-7-2 2 16,-8 0 0-16,-13 0 0 0,-12 2-2 15,-13-1-4-15,-14 2 1 0,-16 1-4 16,-16 7-2-16,-15 3-1 0,-14 5-2 16,-8 9 0-16,-4 6-6 0,-2 8-4 15,3 4-8-15,4 10-10 0,35-1-19 16,22-1-147-16</inkml:trace>
  <inkml:trace contextRef="#ctx0" brushRef="#br0" timeOffset="4112.92">27429 14273 1820 0,'0'0'3'16,"-15"-33"3"-16,4 13 6 0,-7-2-8 15,-1 1-2-15,-6 0-2 0,-9-2 0 16,-12-5 0-16,-11-1-1 0,-8 1-1 16,1 3 1-16,0 4 0 0,-1 0 0 15,-4 1 0-15,-5 3 0 0,-4-3 1 16,-3 4-3-16,-2 1 1 0,-3 1 0 15,-3 1-1-15,-2 2 2 0,0 4 1 16,0 2 0-16,3 3 0 0,0 2 0 16,0 3-1-16,-1 5 2 0,1 2-1 15,0 4 0-15,2 1 0 0,3 3 1 16,4 5-2-16,1-3 1 0,1 5 0 16,4 3 1-16,3 0-1 0,5 4 1 15,6 1-1-15,5 3 0 0,9 1 0 16,4 3 0-16,7 1 0 15,5-1 0-15,8-1 0 0,3 2 0 16,6-1 0-16,6-1 0 0,6 3 1 16,2 0 0-16,9 3 0 0,8-1-1 15,6 0 2-15,6 0 0 0,8 1-1 16,5-1-1-16,7 0 0 0,7 1 0 16,6-3 0-16,4-2 1 0,5-2-1 0,6 0 1 15,4-2-1-15,3-1 0 0,6-3 0 16,1 1 0-16,5-6 1 0,3-4 0 15,0-5 4-15,0-5-3 0,2-2 0 16,-4-5 0-16,2-4 0 0,-1-2 3 16,-1-8 1-16,-2-4 2 0,-2-5-3 15,0-6 0-15,-2-8-4 16,-3-3 1-16,-8-6 0 0,-8-3-2 0,-8-3 0 16,-8-4 0-16,-7-5 0 0,-11-1 0 15,-8-5 2-15,-12-1-1 0,-12 2 0 31,-8-3 0-31,-17 2 1 0,-15-1 0 0,-14 3-2 0,-16 2 2 0,-15 2-2 32,-11 1 0-32,-16 5 0 0,-11 2-5 0,-8 8 1 0,-5 4-6 0,2 5-1 15,6 4-6 1,10 0-3-16,17 5-7 0,29 6-21 0,20 3-86 16</inkml:trace>
  <inkml:trace contextRef="#ctx0" brushRef="#br0" timeOffset="4964.04">30718 12221 1877 0,'-8'-32'9'0,"1"3"-8"0,1 12 1 0,-6-1 1 16,-3-3-3-16,-5-1 0 0,-7-5-1 16,-11-2-1-16,-16-4-3 0,-14 1 1 15,-6-1 1-15,-3 5-3 0,4 4 5 16,3 6-3-16,-4 3 2 0,0 2-2 15,-5 4-2-15,-4-1 5 0,-2 7 0 16,-3 3-1 0,-1 0 1-16,-2 6 0 0,1 3 0 15,-3 4 0-15,1 5 1 0,2 3 0 16,2 5 0-16,5 6 0 0,1 0 0 0,7 4-1 16,3 4 1-16,6 2 0 0,5 1 0 15,7 4 0-15,6 1-1 0,5 3 1 16,6 0-1-16,6 3 1 0,6 2-1 15,7 1-1-15,8 0 2 16,5-3 0-16,6 2-1 0,9-1 1 0,8 2 1 16,7-1-1-16,8-2 0 0,7-2 1 0,8-2-1 15,9-5 1-15,10-3-1 0,7-6 0 16,8-5 0-16,5-2 0 0,6-6 0 16,2-2 0-16,5-4 0 0,6-6 0 15,2-2 0-15,3-7 0 16,0-2 0-16,4-4 0 0,0-4 0 0,0-3 0 31,-2-5 1-31,-5-2 0 0,-1-4-1 16,-5-6-1-16,-4-5 1 0,-5-5 1 15,-6-3 0-15,-8-4 2 0,-9-2 7 16,-6 0 1-16,-11-2 1 0,-9-2 0 16,-11-1-4-16,-11-1-3 0,-9 2-1 0,-13-2-1 0,-8 1 0 0,-14-1-2 31,-11 1 0-31,-15 4-1 0,-8 3-1 0,-14 6-8 0,-6 5 7 0,-13 5-2 15,-5 6-3 1,-6 5-3-16,-4 9-8 0,1 4-7 16,3 5-17-16,27 5-54 0,16-1-552 15</inkml:trace>
  <inkml:trace contextRef="#ctx0" brushRef="#br0" timeOffset="5978.4">30542 14164 1840 0,'5'-13'0'0,"0"0"0"0,-2-3 0 0,2-1 1 0,-2 1-1 15,-3-1 1-15,0 2 0 0,-3-2-1 16,-2 1 0-16,-3 1 0 0,-2 0 0 16,-4 0 1-16,0 1 0 0,-3 0 1 15,0 0-1-15,-5 1-1 16,-1 0 1-16,-5 2 0 0,-7 0-1 0,-8-2 0 16,-12 3 0-16,-7 0 0 0,1 2 0 15,0 5 0-15,2 1 0 0,-3 1 0 16,-5 0 1-16,-1 1-1 0,-2 1 0 15,-2 2 0 1,0 1 0-16,-1 1 0 0,2 3 0 0,1 0 0 0,-2 3 0 16,1 1 0-1,1 2 1-15,2 4-1 0,1 1 0 16,3 3-1-16,3 0 1 0,6 4 0 16,2-3 0-16,4 5 0 0,4 2 0 15,2 3-1-15,3 3-1 0,4 1-2 16,6-2 1-16,3 3 1 0,7-1 0 15,5 1 2-15,7 0-1 0,2-2 1 16,5 3 0-16,9 0 0 0,4 4 0 0,8-2 1 0,7 1-1 16,5-2 0-1,7-1 0-15,6-1 0 0,6 1 1 0,5-2-1 16,0-1 0-16,3-4 0 0,4-1 0 16,1-2 0-16,3-2 0 0,2-1 0 15,4-2 0 1,3 0 1-16,1-1-1 0,2-3 0 15,1 0 0-15,-2-2 0 0,2-1 0 16,1-3 0-16,-3-4 1 0,-1 1-1 16,-3-7 0-16,-2 1 0 0,-3-5 0 15,0 0 0-15,-4-4 0 0,-1-4 1 16,-1-2-1-16,-2-5 0 0,-1-6 0 16,-4-1 1-16,-3-5-1 0,-3-5 2 15,-7-1-2-15,-1-4 0 0,-5-5 0 16,-6-3 1-16,-4-4 0 0,-7-4 0 15,-5-1 2-15,-8-3 2 0,-9 0 0 16,-13-6 0-16,-11 1-1 0,-17-2-3 16,-9 1-1-16,-19-1 0 0,-13 2 0 15,-23 2-10-15,-18 3-6 0,-22 6-14 16,31 15-63-16,11 4-1516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617.08099" units="1/cm"/>
          <inkml:channelProperty channel="Y" name="resolution" value="1090.7789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8-20T09:30:09.4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2683 7388 1737 0,'0'0'7'0,"0"0"0"15,0 0-7-15,4-5-3 0,0 4-12 16,3 1 14-16,0-1-3 0,2 1-1 16,1-2 2-16,2 2 2 0,-2 0 0 15,2 0 1-15,-1 0 0 0,0-1-1 16,0 1 1-16,2-2 0 0,0 1 1 15,2-2-1-15,0 1 1 0,4-3 0 16,1 2-1-16,1-2 1 0,4 1-1 16,0 0 0-16,1 0 0 0,2 1 0 15,0-1 1-15,-1-1-1 0,3 1 0 16,3 0 0-16,-1 1 0 0,1 1 0 16,-3 1 0-16,4 0 1 15,0 0-1-15,8 1 0 0,-6-1 0 0,-2 1 0 16,-1 0-1-16,-1 0 1 0,10 1 0 15,-2 0 1-15,-8 0-2 0,-10 0 1 16,0 0 0-16,2 2 0 0,9 0 1 16,8-1-1-16,5 1 0 0,1-2 0 15,-4 1 0-15,-3-2 1 0,-4 2 0 16,1 0-1-16,0-1 1 0,-2-1 0 16,3 2 0-16,-4-1-1 0,0 1 0 15,-6-1 2-15,-2 0-2 0,2 0 3 16,6 1-2-16,-2-1-1 0,3 1 1 15,0 1 0-15,-1 1 2 0,0-1 6 16,1 1-4-16,-1-1-5 0,4-1 0 16,3 1 2-16,4 0-2 0,-4-2 2 15,-12 2-2-15,-5-1 0 0,-4-1 0 16,0 2 0-16,3 1 0 0,6 0 0 16,2 0 0-16,1 1 0 0,-2-3 1 15,0 4-2-15,-1-3 1 0,0 2 0 16,1 2 1-16,-1-2-1 0,0 2 0 15,-1-1 0 1,1-1 0-16,-2-1 0 0,2 1 0 0,-1-3 0 0,-1 1 0 16,2 0 2-16,-4-2 0 0,2 2 0 15,-2 0 1 1,0-1 0-16,1 0 0 0,0 1 0 0,-2-2 1 0,4 2-1 16,-1 0-1-16,3-2-1 15,-1 2 1-15,-1-2 0 0,0 0-1 16,-1-1 0-16,-1 0-1 0,-2 0 0 15,1-2 0-15,0-1 1 0,0 1-1 16,1-2 0-16,-1 2 0 0,1-1 2 16,-1 1-2-16,1 0 0 0,-2-2 0 0,1 1 0 31,-1 2 0-31,2-2 0 16,1 0 1-16,0 1 0 0,1-2-1 15,0 1 0-15,-2-1 1 0,0 1-1 16,1 0 0-16,0 1 0 0,-1 0 0 15,0-2 1-15,0 1-1 0,1 0 1 0,-3-1-1 16,3 1 2-16,-1 0-1 16,0 1 3-16,-1 0-1 0,0 1-2 15,-2 1-1-15,-1-3 1 0,2 0 0 16,1 0 1-16,-2-2-1 0,4-1 1 16,-1 2-1-16,1 0 1 0,-1 0-1 15,1 1 1-15,-3-1 0 0,2-1 0 16,-1 0 0-16,0 1 1 0,1 0-1 15,-2 1-1-15,0 1 1 0,0 1-1 16,-1-1 1-16,0 1-2 0,-1-1 1 16,0 0-1-16,0 1 0 15,-1 0 0-15,1 0 0 0,-2 1 0 0,0 0 0 16,1 0 1-16,1 0-1 0,-2 0 0 16,3 0 0-16,-1 0 0 0,1 0 0 15,0 0 1-15,0 2-1 0,1-2 0 16,0 1 0-16,-1 1 0 0,2 0 0 15,0 0 1-15,0-1-1 0,1-1 0 16,0 1 0-16,0 0 0 16,2-1 0-16,2 0 0 0,4 0 0 0,-3 0 0 15,1 0 0-15,-1 0 0 0,1-1 0 16,8 0 0-16,-4 0 0 0,-3 0 0 16,0 0 0-16,2 1 0 0,9-1 0 15,5 1 0-15,-1-1 0 0,-5-1 0 16,-5 2 0-16,3-1 0 0,-3 1 1 15,0 0-1-15,2 0 0 0,0 0-1 16,0 0 1-16,3 0 0 0,0 0 1 16,1 0-1-16,1 0 0 0,0 0 0 15,0 0 0-15,0 0 1 0,0 2-1 16,-2 0 0-16,1-2 0 0,-1 1 0 16,0 1 0-16,2-1 0 15,0 2 0-15,2-3 0 0,0 1 1 16,1-1-1-16,0 0 0 0,0 0 1 0,0 0-1 15,-2 0 0-15,1 0 0 0,-3 1 0 16,1-1 0-16,-1 1 0 0,-1-1 0 16,0 0 0-16,-1 0 1 0,0 0 0 15,0 0-1-15,0-1 1 16,-1 0-1-16,2 0 2 0,-2-2 0 0,1 0 1 16,-2-1-1-16,0 0-1 0,-1-2 0 15,-1 2-1-15,-3 1 1 16,-1-1-1-16,-5 2 1 0,-5-1-1 15,-6 1 0-15,0 0 0 0,1-1 2 16,3-1 0-16,3 0-1 0,-3 0 2 16,-3 1 0-16,0 1-1 15,-3 0 1-15,0 1-1 16,-2-1 1-16,-1 0-2 0,-3 1 1 0,-1-1 0 0,-2 1 0 16,0 0 0-1,-2-1 1-15,-1 1-1 0,-1 1 0 0,-1-1 0 0,-1 1 2 16,-1 0-1-16,1 0 2 0,-1 0 2 15,0 0 0-15,0 0-1 0,0 0-1 16,0 0-2-16,0 0 0 0,0 0-2 16,0 0 1-16,0 0-2 0,0 0 1 15,0 0-1-15,0 0 0 0,0 0 1 16,0 0-1-16,0 0 0 0,0 0 1 31,0 0 0-31,0 0-1 0,0 0 1 16,-1 0 0-16,1 0-1 0,0 0 1 15,0 0-1-15,0 0 1 0,0 0-1 16,0 0 0-16,0 0 0 0,0 0 2 16,0 0-2-16,0 0 1 0,0 0 1 15,0 0-1-15,0 0 2 0,0 0 0 16,0 0-1-16,0 0 1 0,0 0-1 16,0 0 0-16,0 0 1 0,0 0-2 15,0 0 1-15,0 0-2 0,0 0 0 16,0 0 0-16,0 0 1 0,0 0-1 15,0 0 0-15,0 0 1 0,0 0-1 16,0 0 1-16,0 0-1 0,0 0 0 16,0 0 1-16,0 0-1 0,0 0 1 15,0 0-1-15,0 0 0 0,0 0 1 16,0 0-1-16,0 0 0 0,0 0-1 16,0 0 1-16,0 0 0 0,0 0 0 15,0 0 0-15,0 0-1 0,0 0 1 16,0 0-1-16,0 0 1 0,0 0 0 15,0 0 0-15,1 0 0 0,1 1 0 16,2 0 0-16,-1 1 0 0,0 0-1 16,1 0 1-16,1 1 0 0,1-1 0 15,0 1-1-15,3 1 0 0,0 0 0 16,0-1-1-16,3 1 1 0,0-1 0 16,3-1 1-16,0 0-1 0,3 0 1 15,0 0 0-15,4-1 0 0,1-1 0 16,3 0 1-16,0 0-1 0,2 0 0 15,3 1 0-15,8-1 0 0,6 0 0 16,7 0 0-16,5 0 0 0,-5 0 0 16,-1 0 0-16,-5 0-1 0,2 0 2 15,-1 0-2-15,3-1 1 0,0 1 0 16,0-2 0-16,3 0 0 0,3 0 0 16,0 0 0-16,3-2 0 0,0 0 0 15,-2-2 0-15,2 2 0 0,0 2 0 16,0-2 0-1,1 1-1-15,1-3 1 0,1 1 0 0,0 1 1 0,-1-2-1 16,-1 2 0-16,0 3 0 0,-2 0 0 16,-1 1 0-16,0-1 0 0,1 1 0 15,-2-1 0-15,4 0 0 0,-2 0 0 16,0 0 0 0,-4 0 0-16,-4 1 0 0,-4 0 0 15,-6 0 0-15,-7 0 0 0,-6 1-3 16,8 0 3-16,10 0 0 0,3 0 1 0,7-1-1 0,-11 0 0 15,-6 1 0-15,-4-1 0 0,-8 1 0 16,-5-1 0-16,-4 2 0 0,-4 0 0 16,4 0 0-16,1 1 0 0,2 1 0 15,0-1 0 1,-2 0 0-16,-2 0 0 0,-1-1 0 0,-1-1 0 0,-2 1 0 16,-1-1 0-16,0 1 1 0,-3-2-1 31,0 2 0-31,1-2 0 0,-4 2 0 15,-1-1-1-15,0-1 2 0,0 2-1 16,0-2 0-16,-3 2 0 0,4 0 1 16,-4-1-1-16,1 0 0 0,0 1 0 15,-1-1 0-15,1 0 0 0,-2 0 0 16,1-1 1-16,1 0-1 0,-2 0 0 16,0 0 0-16,0 0 1 0,0 1-1 15,0-1 1-15,0 0 1 0,0 0-1 16,0 0-1-16,0 0 1 0,0 0-1 15,0 0 1-15,0 0-1 0,0 0 1 16,0 0-1-16,0 0 0 0,0 0 2 16,0 0-1-16,0 0-1 0,0 0 1 15,0 0 0-15,0 0 0 0,0 0 0 16,0 0 1-16,0 0-2 0,0 0 1 16,0 0 0-16,0 0-1 0,0 0 0 15,0 0 1-15,0 0-1 0,0 0 0 16,0 0 1-16,0 0-1 15,0 0 0-15,0 0 1 0,0 0-1 0,0 0 1 16,0 0-1-16,0 0 2 0,0 0-2 16,0 0 1-16,0 0 0 0,0 0-1 15,0 0 1-15,0 0 0 16,0 0-1-16,0 0 1 0,0 0-1 16,0 0 1-16,0 0-1 0,0 0 0 0,0 0 1 15,0 0-1-15,0 0 0 0,0 0 0 16,0 0 1-16,0 0-1 0,0 0 0 15,0 0 1-15,0 0-1 0,0 0 0 16,0 0 0-16,0 0 1 0,0 0-1 16,0 0 1-16,0 0 0 0,0 0 0 15,0 0 1-15,0 0-2 0,0 0 1 16,0 0-1-16,0 0 1 0,0 0 0 16,0 0 0-16,0 0-1 0,0 0 0 15,0 0 0-15,0 0 0 0,0 0 0 16,0 0 0-16,0 0 0 0,0 0 0 15,0 0 0-15,0 0 0 0,0 0 0 16,0 0-1-16,0 0 1 0,0 0 0 16,0 0 0-1,0 0 0-15,0 0 0 16,0 0-1-16,0 0 1 0,0 0 0 0,0 0 1 0,0 0-1 0,0 0 0 31,0 0-1-31,0 0 1 0,0 0 0 0,0 0 1 0,0 0-1 0,0 0 0 16,0 0 0-16,0 0 1 0,0 0-1 15,0 0 0 1,0 0 1-16,0 0-1 0,0 0 0 16,0 0 0-16,0 0-1 0,0 0 0 15,0 0-10-15,0 2-3 16,-2 2 0-16,1 1-4 0,-1 3-18 16,2-1-8-16,2 3-17 0,1-3-24 15,2-2-442-15</inkml:trace>
  <inkml:trace contextRef="#ctx0" brushRef="#br0" timeOffset="739.38">15376 7567 1491 0,'0'-3'356'0,"0"0"-348"0,0 1-3 0,0 0 0 0,5 2-4 0,1 0-1 16,0 0 0-1,4 3 0-15,-2 1 0 0,3 0-2 0,0 2-1 16,0 2-2-16,3-1 1 0,-1-1 2 15,2 1 1-15,3-1 0 0,2-1 1 16,4 1 0-16,6 0 0 0,8 0 0 16,14-2 1-16,11-2-1 0,9 1 0 15,0-2 0-15,1-1 1 0,-4 0 0 16,7 0 0-16,2-2 0 0,5-1 2 16,4-2-3-16,-3 0 4 0,6 0 0 15,0 1 2-15,4 0 2 0,5 0-3 16,4 0 1-16,1 1-2 15,0-3-1-15,1 2-1 0,-1 0-1 0,3-1-1 16,1 2 0-16,-1-2 1 0,-6 1-1 16,2 1 0-16,-2 2 0 0,-1 0 0 15,-2-1 1 1,-5 1-1-16,-5-2 0 0,-6 1 0 16,-2-3 0-16,-3 2 1 0,-6-1 4 15,-4 1 1-15,-7 0 0 0,-7 2 1 16,-7-2-3-16,-3 2 1 0,-9-2-1 0,-5 2 0 0,-10-2 0 15,-4 2 2-15,-6-1-2 0,1 1 0 16,0-1-1-16,-2 0 1 0,-2 0-1 16,-2 2-1-16,-2 0-1 0,1-1-1 15,-3 1-1-15,0 0-12 16,-9-5-17-16,-2 0-30 16,-2-1-119-16</inkml:trace>
  <inkml:trace contextRef="#ctx0" brushRef="#br0" timeOffset="3307.93">2411 8490 1125 0,'-6'0'271'0,"-1"0"-246"15,0 0 81-15,-2-1-23 0,3 1-48 16,-2-1 7-16,3 0-17 0,0 0-4 16,0 0-7-16,3 1-4 0,0 0-2 15,1-1-1-15,1 1-4 0,0-1-3 16,0 1-1-16,0 0 0 15,1 0-2-15,3 0 2 0,1 2-2 0,3 1 1 16,0-1 1-16,2 0-1 0,4-1 1 16,0 1-1-16,4-1 2 0,2 0 0 15,2 0 1-15,2 0 3 0,1-1-2 16,5 1 0-16,5-1 1 0,9 0-1 16,8 0 4-16,5-2 1 0,0 0-2 15,-2-2-3-15,-4 2 1 0,4 0-1 16,0-3-1-16,-1 3 0 0,5-2 1 15,4 2-2-15,0 0 1 0,-2-1-1 16,1 1 1-16,0-2 1 0,-1 1-1 16,-3-3 3-16,0 0 1 0,-1 0 2 15,-2 1-1-15,2 1 4 0,-6-1-3 16,1 2 1 0,-1-2-2-16,-3-1-1 15,-2 2 0-15,-2 0 0 0,-4 0-2 16,-5 1 0-16,-6 1 0 0,-6-1 0 15,-6 1-2-15,2 1 1 0,-1-1-1 16,3-2 0-16,2 2 1 0,-3-2-1 16,-1 2 0-16,-2 0 1 0,-1-1-1 15,-6 2 0-15,2 0 0 0,-6 0 0 16,0 0 2-16,-2-1 0 0,-2 1 1 16,1 0 4-16,0 0 1 0,0 1-1 15,-3 0 0-15,0 0-1 0,0 0 0 16,0 0-2-16,0 0 0 0,0 0 0 15,0 0-1-15,0 0 0 0,0 0-2 16,0 0 0-16,-2 0 0 16,1 0-2-16,1 0 0 0,-1 0 1 0,0 0 0 15,1 0 0-15,0 0-1 0,0 0 1 16,0 0 0-16,0 0 0 0,0 0-1 16,0 0 1-16,0 0-1 0,0 0 0 15,0 0 0-15,0 0 0 0,0 0-1 16,0 0 0-16,0 0 0 0,0 0 1 15,0 0 0-15,1 0 0 0,3 0 0 16,-2 0 0-16,-1 0 0 0,-1 1-1 16,1-1 2-16,-1 0-1 0,0 0 0 15,0 0 0-15,0 0 1 0,0 0-1 16,0 0 0-16,0 0 0 0,0 0 0 16,0 0 0-16,0 0 0 0,0 0 0 15,0 0 0-15,0 1 0 16,0-1 0-16,0 0 0 0,1 1 0 15,0-1 0-15,0 0-1 0,0 0 2 16,0 0-1-16,0 0 0 0,0 0-1 0,1 0 1 16,1 1 0-16,0-1 1 15,-1 0-2-15,3 0 1 0,2 0 0 16,-1 0 0-16,1 1 0 0,3 0-1 16,3 0 1-16,-1-1 0 0,3 1 0 15,-1 0 0-15,3 1 0 0,1 1 0 16,1-2-1-16,3 1 1 0,0 0 0 15,1 0-1-15,2-1 1 0,0 2-1 16,0-1 1-16,2 0 0 0,1 1-1 16,1 0 1-16,1-2 0 0,6 2-1 15,7 0 1-15,5 2-1 0,2-2 1 16,-2 2-1-16,-2-2 1 0,-3 2 0 16,2-3 1-1,1 2-1-15,1-1-1 0,-2 1 1 0,0-1 0 0,3 1 0 16,1-1 1-16,4 2-1 15,2-4 0-15,3-1 0 0,1 0 0 16,2 0 0-16,2 0 0 16,-2 0 0-16,3 0 0 0,-2-3 0 0,3 0 0 15,3 0 0-15,-1 1 0 0,1 3 0 16,1-2 0-16,-1 1 0 0,1 0 0 16,-4 0 0-16,0 0 0 0,1 1 0 0,1 2 0 31,1-2 0-31,2 1 0 0,-2-1 0 15,1 0 0-15,-1 0 0 0,1 1 0 16,-1 0 0-16,0 0 0 0,2 0 0 16,2-2 0-16,-1 2 0 0,-2 1 0 15,0-1 0-15,0 0 0 0,-1 1 0 16,1-1 0-16,1 2 0 0,1-2 0 16,1 5 0-16,-3-3 0 0,1-1 0 15,0 2 0-15,-2-3 0 0,4-1-1 16,3 0 1-16,-2 0 1 0,3 2-1 15,-1-3 0-15,-2 1 0 0,0-1 0 16,-2 0 0-16,0 0 0 0,3 0 0 16,-2 1 0-16,1 0 0 0,-1 0 0 15,-1 2 0-15,-3 0 0 0,1 1 0 16,-1-2 0-16,2 0 0 0,1 1 0 16,-1-2 0-16,-2 2 0 0,-1 0 0 15,1-2 0-15,-1-1 0 0,2 1 0 16,-2-1 0-16,1 1 0 0,2 0 0 15,1-1 0-15,-1 1 0 0,-1 1 0 16,-2-1 0-16,1 0 0 0,-2-1 0 16,1 0 0-16,2 0 0 0,0 1 0 15,1 4 0-15,-1-4 0 0,-2 3 0 16,0-1 0-16,-1 0 0 0,1 0 0 16,2-2 0-16,0 0 0 0,2 2 0 15,0-3 0-15,-1 2 0 16,-2-2 0-16,-1 1 0 0,0-1 0 0,2 1 0 15,1-1 0-15,0 2 0 0,0-2 0 16,-2 1 0-16,-1-1 0 0,-3 0 0 16,0 0 1-16,-1 0-2 0,0 0 1 15,2 0 0-15,-1 0 1 0,0-1-1 16,-3-1 0-16,0 1 0 0,-1 0 0 16,-2-1 0-16,-1 2 0 0,1-2 0 15,0 1 0-15,1 0 2 0,-3-2-2 16,2-2 0-16,-1 2 0 0,0 0 0 15,-1 2 0-15,-1-2 0 0,-2 0 0 16,1 0 0-16,-2-2 0 0,3 0 0 16,-1 0 0-16,1-1 0 0,2-1 1 15,1-1-1-15,-4 0 0 0,1 0 0 16,-7 1 0-16,1 0 0 0,-3-1 0 16,1 0 0-16,-4 0 0 0,-2 0 0 15,-2 2 0 1,-1-3 0-16,-2 3 1 0,-7 1-1 15,-4-1 0-15,-7 3-1 0,-1-1 2 16,2 1-1-16,0-2 0 0,3-1 0 0,-3 3 0 0,-3-1 0 16,-3 1 0-16,-1 0 0 0,-2 2 0 15,-2 0 0-15,-1-1 0 0,-2 0 0 16,-2 0 0-16,0 2 0 16,-1-1 0-16,0 1 1 0,-1 0-1 15,1 0 0-15,-2 0 0 0,0 0 0 16,0 0 0-1,0 0 1-15,0 0-1 0,0 0-1 16,0 0 1-16,3 0-7 0,-1 4-13 16,-2 4-23-16,4-2-45 0,-7-4-438 0</inkml:trace>
  <inkml:trace contextRef="#ctx0" brushRef="#br0" timeOffset="7255.57">31193 10017 1830 0,'0'0'4'0,"0"0"-3"0,0 0 1 0,0 0 1 0,0 0 2 0,0 0 8 0,0 0 1 0,-3 0-2 16,3 0-7-16,1 0 0 0,3 0 0 15,4 0 0-15,1-2-1 0,2-2-1 16,2-1-3-16,2-1 0 0,0 0-10 16,-1-1-35-16,4 1-19 0,-3 1-60 15,-4 1-956-15</inkml:trace>
  <inkml:trace contextRef="#ctx0" brushRef="#br0" timeOffset="7431.25">31122 10446 1497 0,'0'0'393'0,"0"0"-390"16,0 0-3-16,0 0 1 0,44-23-1 15,-12 1 1-15,15-11-1 0,15-11 0 32,7-5-46-32,-14 10-46 0,-13 10-517 0</inkml:trace>
  <inkml:trace contextRef="#ctx0" brushRef="#br0" timeOffset="10814.7">29169 11877 1844 0,'0'0'2'0,"0"0"0"16,0 0-1-16,-8-37 1 0,7 29-1 16,-1-1 4-16,-1 2-1 0,0-1-2 15,1 1 1-15,-2 1-2 0,1 0-1 16,1-1 2-1,0 2-1-15,0 1 1 0,1 0-1 0,-1 2-1 16,1-3 0-16,1 4 1 0,0 0 0 0,-2-1-1 16,2 2 0-16,0-1 1 15,0-1 0-15,0 2 0 0,0 0 0 16,0 0 2-16,0 0-2 0,2 0 0 16,-1 3 1-16,2-1 0 0,1 0 0 0,-1 3-1 15,3-2 1-15,-1 3-2 16,-1 0 0-16,3 2 0 0,-1 0-2 0,7 6-34 15,-2-3-36-15,0 1-197 0</inkml:trace>
  <inkml:trace contextRef="#ctx0" brushRef="#br0" timeOffset="11419.66">29811 12396 1841 0,'0'0'6'16,"0"0"-4"-16,0 0-1 15,-35 0 3-15,25 0 2 0,0 1 4 16,3-1-3-16,-1 0-4 0,-1 0-1 15,4-1-1-15,2-4 0 0,0 3-1 16,1-1 1-16,2-1-1 0,0-1 0 0,3 1 1 16,4-2-1-16,3 0 0 0,3-1 1 15,6-1-1-15,4-1 6 16,11 0-2-16,13-1-1 0,17-3-2 0,7 1 2 16,4 1-1-16,1 1-1 0,-1 3 1 15,7-1 2-15,7 1-1 0,5-2 0 31,4 2 0-31,0 0-2 0,0 1 0 0,0 0-1 16,2 2 0-16,-4 0 0 0,-4-1 2 16,-5-1-2-16,-7 1 0 0,-10-1 0 0,-7 0 0 0,-6 0 0 15,-7-1 0 1,-7 0 0-16,-10 1 0 0,-9-1-1 0,-8 2 1 0,-4 1 0 31,-2-3 0-31,-2-1 0 0,-1-2 0 16,-7 1 0-16,0-3 0 0,-9 2 0 15,-1-2-1-15,-4 0 0 0,-2 1 1 16,2 0 0-16,-2 2 0 0,5 1 1 16,2 2-1-16,6 2 2 0,1 3-1 15,2 1-1-15,4 0 0 0,5 3-1 16,2 1 1-16,2 4 1 0,4 2 0 16,2 4 0-16,-2 2 0 15,2 4 1-15,-3 2 1 0,-4 4 1 0,-2 1-1 16,-5-1 0-16,-5 2-2 0,-2-2 0 15,-7 1-1-15,-7-3-1 16,-17 4-19-16,3-4-56 0,0-8-448 0</inkml:trace>
  <inkml:trace contextRef="#ctx0" brushRef="#br0" timeOffset="12710.14">19938 10488 1883 0,'0'0'3'0,"0"0"-1"15,0 0-2-15,0 0 0 0,0 0 1 16,0 0-1-16,0 0 2 16,5 9 4-16,-5-18-3 0,0-5 0 0,0-3-2 15,1-5-1-15,-1-4 1 0,-1-4 0 16,0-9 1-16,-1-9-1 0,1-11 2 16,-2-6 0-16,1 0-2 0,0 1 0 15,0 0 2-15,0-1 0 0,4-6-2 16,-2-4 0-16,4-2 0 0,4-1-1 15,-2-4 0-15,3-2 0 0,0-2 0 16,2 0 1-16,-1-1-1 0,-1 3 0 16,-1 4 0-16,0-2 0 0,0 4 0 15,-2-1 0-15,1-1 0 0,1 7 0 16,-3-1 1-16,0 3-1 0,0 5 0 16,-1 0-1-16,1 4 1 15,1 5 0-15,-3 1 0 0,1 6 0 0,-2 3 0 16,-1 6 1-16,0 3-1 0,-1 9 0 15,0 5 0-15,0 8 0 0,0 3 0 16,-4 1 0-16,2 1 0 0,-2-1 0 16,-1 7 0-16,-2 3-1 0,0 2-1 15,-2 7 1-15,-5 6-1 0,1 8 2 16,-5 5 0-16,-3 11-1 0,-6 11 1 16,-5 6 0-16,0-1 0 0,2-7-1 15,8-14 1-15,6-13 0 0,3-5 0 16,2-4 0-16,-3 1 0 0,0-1 0 15,-2-1 1-15,4-2-1 16,2-4 1-16,1-3 3 0,2 0 0 0,4-3-1 16,0-6 0-1,1-1-1-15,1-6-1 0,1-3 0 0,4-2 0 0,1-4 0 16,6-1-1-16,0-1 1 0,2-1-1 16,3 1 0-16,0 3 0 15,1 3 1-15,-1 3-1 0,2 5 0 0,-1 4 0 16,1 3 0-16,0 4 0 0,0 2 0 15,1 2 1-15,0 7-1 16,-1 5 0-16,2 4 1 0,-3 5-1 0,-1 4 0 16,-2 1 0-1,2 6 0-15,-6 8-11 0,-1-7-76 0</inkml:trace>
  <inkml:trace contextRef="#ctx0" brushRef="#br0" timeOffset="47712.74">27977 5446 1724 0,'0'0'8'0,"0"0"-5"0,0 0-2 0,4-3 1 16,-4 3-1-16,0 0 4 0,0 0 2 16,0 0-2-16,0 0-4 0,0 0-1 15,0 0 0-15,0 1 3 16,2 0 0-16,-1 2-1 0,1 0 1 0,-1-1 1 16,2 2 0-1,-1-1 4-15,1 1 2 0,0-2-2 0,1-1-3 16,1 1-1-16,1-1 2 0,2-1-1 15,0 0 0-15,2-1 5 0,3-2-1 16,0-3-1-16,5-1-3 0,2 0 0 0,0 0-2 16,4-2 0-16,0-1-1 0,-1-1 0 15,0 1-1-15,-1-1 0 16,-2 1-1-16,-2 1 1 0,-1 1 0 0,-4 3-1 16,-1 1 0-16,-2 0 0 0,-3 2 0 31,-1 1 0-31,-2 1 1 0,-2 0-1 0,2 0 0 0,-4 0 0 0,1 0 0 15,0 0 0 1,-1 0 0-16,0 0 0 0,0 0 0 0,0 0-1 16,0 0 1-1,0 1-1-15,0 1-9 0,-3 3-20 16,0-1-34-16,0-1-279 0</inkml:trace>
  <inkml:trace contextRef="#ctx0" brushRef="#br0" timeOffset="48733.15">28047 6082 1553 0,'0'-4'11'0,"1"0"-5"0,0-2 10 0,1 0 12 0,0 2-5 16,-1-1 11-16,0 0-7 0,1 2-4 15,-2-1-7-15,2 2-4 0,-1 1 0 16,-1-2-4-16,1 2-1 0,-1 0-1 16,0 1-2-16,0 0 2 0,0 0-3 15,0 0-2-15,0 0 0 0,0 1-1 16,1 2 1-16,0-1 1 0,-1 4-1 31,2-1 0-31,-2 1 0 0,0 0-1 16,0 3 2-16,1-2-2 0,1 0 0 15,0 1 0-15,2-1 1 0,0-1-1 16,1-2 1-16,1 2 0 0,0-2 0 16,0 0 2-16,2 1 2 0,0-3 1 15,0 2 3-15,3-3-1 0,0-1-1 16,1 0-1-16,3-1-1 0,0-4 0 16,3 0-1-16,-3 1-1 0,2-3 1 15,-2 0-1-15,3-1-1 0,-1-1 0 16,-3 0 1-16,2 1-1 0,-2 0-1 15,1-1 0-15,-3 3 0 0,0 0 0 16,-2 1 0-16,-2 0 0 0,0 2 1 16,-1-1-1-16,-1 1 2 0,-2 0-2 15,-1 1 0-15,0 1 0 0,-1 0-1 16,0 0 0-16,0 1 0 0,3-2 0 16,-1 1-22-16,2-1-131 0</inkml:trace>
  <inkml:trace contextRef="#ctx0" brushRef="#br0" timeOffset="49931.05">27899 6600 1671 0,'0'0'9'0,"0"0"-6"0,0 0-2 16,0 0 5-16,6-14-1 0,-5 13 12 15,0 0 4-15,-1 1-2 0,0 0-8 16,0 0-5-16,0 0-4 0,0 0-2 15,0 1 1-15,0 2 0 0,1 1 2 16,0 1 0-16,-1 2 0 0,0-1 1 16,0 2 1-16,1-1-1 0,-1 0 0 15,1 0-1-15,0 0 1 0,2-1 0 16,-3-2-1-16,2 2 3 0,1-1 0 16,-1-2-1-16,0-1 2 0,1 0-2 15,0-1-2-15,1-1 2 0,0 0 1 31,1 0 1-31,3-1 1 0,0-3-2 0,4-1-1 0,5-4 1 0,6-1-5 16,31-16 0-16,-5 2-1 0,3-2-47 31</inkml:trace>
  <inkml:trace contextRef="#ctx0" brushRef="#br0" timeOffset="55574.08">30364 10685 1235 0,'0'0'55'0,"0"0"-22"0,-4-5 58 16,3 2-11-16,-1 1-8 0,0-1-16 16,1-1-16-16,-3 1-9 0,2-1-10 15,0 2 1 1,1-1-4-16,1 1-3 0,0 1-2 0,-2-1-2 0,2 0-2 15,0 1-1-15,0 0-1 0,2 1-1 16,-2-1 0-16,0 1-2 0,0 0 0 16,0 0-2-16,0 0 0 15,0 0-1-15,0 0-1 0,-2 1 0 0,2 1 2 16,2 1-1-16,0 0-1 16,1 1 3-16,1 0-2 0,-1 2 1 0,0 0 0 15,2-1-1-15,0 4 1 0,1-2-1 16,2 1 0-16,0 2-1 0,0 0 1 15,2-1-1-15,-1 2 1 0,0 0-1 16,1 1 1-16,2-1-1 0,-2 0 1 16,1 1-1-16,2 2 0 0,-1-3 0 15,2 3 0-15,1-1 0 0,0 2 1 16,2 0-1-16,3 1 1 0,-1-1 0 16,3 3-1-16,2-1 2 0,1 2-1 15,2 0 1-15,1 1 1 0,-1 0 0 16,11 4-1-16,6 1-2 0,8 6 3 15,3-2-2-15,-2-3-1 0,-4-2 0 16,-3-3 1 0,-1 0 0-16,0-1-1 0,-1-1 0 0,-5 0 0 0,1-1 0 15,-1-1 0-15,-4-2 0 0,0-3 0 16,-5 1 0-16,-8-6 0 0,-4 0 1 31,-1-2-1-31,0 1 0 0,2 1 1 16,3-2-1-16,-7 1 2 0,-3-2-2 15,-1-1 0-15,-4 1 1 0,-1-3-1 16,-1 0 0-16,-3-1 0 0,-1 0 0 16,-1 0 0-16,0 0-7 0,-10-2-32 15,2-2-41-15,-1 0-487 0</inkml:trace>
  <inkml:trace contextRef="#ctx0" brushRef="#br0" timeOffset="56372.57">30364 10736 1480 0,'0'-3'14'0,"0"2"-8"0,1-5 1 0,1 4 30 0,-1-4 27 0,-1 3-10 16,2-1-21-16,-2-2-5 0,2 4-9 16,-2-3 1-16,1 1-5 0,1 1 1 31,-2 1-3-31,0-2-1 0,0 2-1 0,0 1 1 0,0-2-2 0,0 1-2 15,-2 1-2-15,1 0-1 0,1 1-1 16,-2 0-2-16,-1 0-1 0,-2 3 0 16,2 2-1-16,-6 4 0 0,2 2 0 15,-1 1 0-15,-2 2 1 0,0 3 0 32,-1 1-1-32,1 0 1 0,-2 0 0 15,0 0-1-15,3 0 1 0,-2 0-1 16,3 0 0-16,0-3 2 0,-1 1-2 15,2-2 0-15,1-2 1 0,1 1-1 16,0-5 1-16,-1 1 0 0,3-4-1 16,0 0 1-16,0-2 0 0,1 0 0 15,1-2 0-15,-1-1 1 16,2 0 0-16,-2 0 0 0,1 0-1 0,1-2 1 16,0-1-2-16,0 0 0 0,0-1-6 15,3-3-20-15,2 2-41 0,-1 0-246 16</inkml:trace>
  <inkml:trace contextRef="#ctx0" brushRef="#br0" timeOffset="56912.74">30307 10662 1582 0,'0'0'22'0,"0"0"5"0,0 0 13 0,-10-7-10 0,7 6 1 16,1-1-6-16,-2 1-1 16,2 0-6-16,1 0 0 0,1 1-5 0,0 0-1 15,0 0-4-15,1 0-5 16,5 1 1-16,1 2-1 0,6-1 0 0,4 4 1 16,4 0-1-16,4-1-1 0,10 3 0 15,7 2 3-15,7 0-1 0,5 1 1 16,-5 0 0-16,-7-1 0 0,-5-2-2 15,-10-1-1-15,-2-1-1 0,-8-2-1 16,-2-1 2-16,2 1-2 0,-1-1 2 16,1 1 0-16,-6-1-1 0,-1-2 0 15,-4 1 0 1,-5-1 0-16,1 0-1 0,-2-1 1 0,0 1 0 0,0-1 1 16,0 0-1-16,0 0 1 0,-2 2-2 15,1 0 0-15,-2 0 0 0,0 1 0 16,0 2-10-16,-1-1-33 0,0-1-102 15</inkml:trace>
  <inkml:trace contextRef="#ctx0" brushRef="#br0" timeOffset="68005.96">30743 9567 1608 0,'0'0'65'0,"0"0"-54"15,0 0-6-15,0 0 2 0,0 0 8 16,0 0 10-16,0 0 3 0,0 0-8 16,0 0-6-16,0 0-2 0,0 0 1 15,2-1 2-15,-2 0-1 0,1 0-2 16,1-1-2-16,2 1-1 0,-2 0-3 15,2-3 0-15,1 1 0 0,5-3-3 16,1 0 2-16,3-1-1 0,5-1-2 16,2 0 0-16,2-2 0 0,4-1-1 15,2-1 0-15,1 0-1 0,3-2 0 16,3-3 1-16,5-3-1 0,7-2 1 16,-5 0-1-16,-10 4 0 0,-8 4 0 15,-6 4 0-15,3-3 0 0,2 0 1 16,1-1-1-16,-2 3 0 0,-2 1 0 15,-2 2 0-15,-2-1 0 0,-2 2 0 16,-1 0 0-16,-5 1 0 0,1 1 0 16,-1 3 0-16,-2-1 0 0,-4 1 0 15,0 1 1-15,-1 0-1 0,1 0 0 16,-3 0 0-16,0 1-2 0,0 0-3 16,0 0-26-1,-11 0-51-15,1 2 19 0,-1 0-240 0</inkml:trace>
  <inkml:trace contextRef="#ctx0" brushRef="#br0" timeOffset="68598.84">30749 9416 1692 0,'0'0'5'0,"0"0"-2"0,0 0-1 16,5-17 9-16,-4 12 23 0,1 2-3 16,-2 0-9-16,0 3-8 0,0 0-6 15,0 0-4-15,0 2-3 0,0 2-1 16,-2 6 5-16,-1 0 0 0,-1 4 2 16,-1 2-2-16,-1 1-1 0,-1 0 1 15,1 1-3-15,-2-1 1 0,2-1 1 16,1-2-1-16,0 0-1 0,3-3 0 15,1-3 1-15,1 1 1 0,5-4 0 16,3 2 0-16,1-1-1 0,5-2-1 16,2 0 0-16,5-2-1 0,1 0 0 15,0-1 1-15,0 0-2 0,-2-1 1 16,1 0 0-16,-5 0 0 0,-2 0-1 16,-4 1 2-16,-4-1-2 0,-1 0 0 15,-4 0 1-15,1 0 0 0,-2 0 0 16,0 0 0-16,0 1 0 0,0-1-1 15,0 1 1-15,0-1 0 0,0 1 0 16,0-1-1-16,0 1 1 0,0-1-2 16,0 0 1-16,0 1-2 0,0 0-6 15,0 0-2-15,0-1-7 0,0 2-7 16,2 0-15-16,-1-1-56 0,-1 0-414 0</inkml:trace>
  <inkml:trace contextRef="#ctx0" brushRef="#br0" timeOffset="78262.48">27186 6922 1417 0,'0'0'88'0,"0"0"-38"0,0 0-8 16,0 0-7-16,-3-12-5 0,1 9-8 15,-2 2 2-15,1-2-3 0,-1 2-5 31,1 0 1-31,0 0-3 0,1 1-3 16,0 0-2-16,1 0-2 0,-1 0-2 16,1-1 2-16,0 1-2 0,0 0 0 15,0 0 0-15,1 0 1 0,0 0-2 16,0 0 0-16,0 0-1 0,2 0 3 16,1 0 6-16,0 0-4 0,4 0 1 15,1-2-3-15,4 0-3 0,3 0 0 16,3 1-1-16,3-2-1 0,1 2 0 15,1-1-1-15,3 1 1 0,-1-2-1 16,-1 0 0-16,1 1 1 0,-3-1-1 16,0 1 0-16,-4 1 0 0,-3-2 1 15,-3 2-1-15,-4-1 0 0,-1 2 0 16,-4-1 0-16,-1 1 1 16,-2-1-1-16,0 1-4 15,0-2-18-15,-7 1-20 0,0 0-49 16,-1 1-1259-16</inkml:trace>
  <inkml:trace contextRef="#ctx0" brushRef="#br0" timeOffset="78582.39">27179 6928 1799 0,'0'0'7'0,"0"0"-6"0,0 0 5 0,0 0 4 0,0 0-8 16,19-14 2-16,-6 10 1 0,4 1 1 16,5 0 0-16,5 1-2 0,1 0-1 15,3 0 0-15,0 0 0 0,0 0-1 16,-3 1 2-16,-3 0-2 0,-2 1 2 16,-4-1-1-1,-5 0-1-15,-3 0 1 0,-5 1-1 0,-4 0 2 16,0 0-1-16,-2 0 1 0,0 0 0 15,0 0-2-15,0 0-2 0,-2 0 0 16,2 0 0-16,0 0 0 0,0 0-16 16,0 0-21-16,0 3-23 0,0-2-88 15,0 1-901-15</inkml:trace>
  <inkml:trace contextRef="#ctx0" brushRef="#br0" timeOffset="86640.62">30410 9184 1747 0,'0'0'18'16,"0"0"-11"-16,0 0 1 0,0 0 7 16,0-5 12-16,0 2-3 0,0 1-6 15,0-1-6-15,0 1-7 0,0 1 1 0,0-2 1 16,0 1 0-16,1-3-1 0,3 0-3 15,-2-2 0-15,3-3-1 0,1 0 0 16,1-2 0-16,3-2 1 0,2-3-1 16,2-1 2-16,5-4-4 0,1-4 1 15,3-2-1-15,2-1 0 0,7-9 0 16,2-6 1-16,9-5-1 0,-2-1 0 16,0 6 1-16,-2 2-1 0,-2 7-1 15,1-1 1-15,-2-3 1 16,2 6-1-16,0 0 0 0,-3 4 1 0,-7 5-1 15,-4 7 0-15,-8 3 0 0,1 2 0 16,-1 1 0 0,3-2 0-16,-3 1 0 0,-1 0 0 0,-5 4 0 15,-2 0 0-15,-2 3 0 0,-1 2 0 16,-4-1 0-16,-1 3 0 0,0 0 0 16,0 1-1-16,0 0-8 0,-4 2-25 15,-5 3-9-15,-12 7-17 0,-1-2-60 16</inkml:trace>
  <inkml:trace contextRef="#ctx0" brushRef="#br0" timeOffset="87440.28">30299 9056 1578 0,'0'0'45'0,"0"0"-22"0,-4-12-7 0,4 8 8 16,-1 0-8-16,1 0 2 0,0 1 0 15,0-2-3-15,0 3-5 0,0-1-1 16,0 0-2-16,0 1 3 0,0-1-1 16,0 1 0-16,0 1 2 0,0 0-2 15,0 1-2-15,0 0-1 0,0 0-4 16,-2 0-2-16,2 1 1 0,0 4-1 15,0-1 2-15,0 1-2 0,-1 4 1 16,1-1 0-16,0 3 1 0,0-1-1 16,0 2 1-16,0 1-1 0,0-1 0 15,0 1 1-15,0 1-1 0,1-2 0 16,-1 1 0-16,2-1-1 0,-1-3 1 16,1 2-1-16,0-4 1 0,1-2 0 15,2 0 0-15,0 0 3 0,4-3 4 16,-1 1 0-16,3-2-2 0,4-1-1 15,0 0-2-15,4-3 0 0,0 1-1 16,3-1 0-16,2 0 0 0,1 1 1 16,-1-3 1-16,0 2 1 15,1-1 0-15,-5 2 0 0,-1-2-2 16,-3 2-2-16,-3 0 0 0,-1-2 0 16,-6 3-1-16,1 1 0 0,-4 0 1 0,0 0-1 15,-1 0 0-15,-2 0 0 0,0 0 1 16,0 0-1-16,0 0-1 0,0 0 1 15,0 0-8-15,0 0-12 0,0 0-27 16,0 0-39-16,-2-1-298 0</inkml:trace>
  <inkml:trace contextRef="#ctx0" brushRef="#br0" timeOffset="88626.08">24946 7433 1634 0,'0'0'74'0,"0"0"-71"0,-17-9-1 0,12 6 0 0,0 2 0 31,0-2 4-31,1 1 3 0,-1 0 2 0,3 0 6 0,-1 1-2 0,3 1-2 16,0 0-5-16,0 0-2 0,0 0-5 31,0 1 1-31,1 1 2 0,3 2 1 16,1 0 5-16,4-1-2 0,1 0-3 15,6 0-2-15,2-1-1 0,2 0 0 16,5 1 1-16,9 0-2 0,12 2 0 15,13-1 1-15,7-2-1 0,2-1 0 16,-1-1 0-16,-3 0-1 0,4 0 1 16,1 1-1-16,3-1 0 0,3 1 0 15,1-1 1-15,-1 1-1 0,-2 1 0 16,-4 0 0-16,-2 0 0 0,-4 0 0 16,-2 1 1-16,-5 0-1 0,-2-1 2 15,-6 0-2-15,-4 0 3 0,-7-2 0 16,-9 0 1-16,-8 0 0 0,-5 0 1 15,-2 0 0-15,1-2 2 0,-1 1 0 16,2 0 0-16,-2 0-4 0,-3-1 0 16,0 2-1-16,-3-1-1 0,-1 0 1 15,-1 0-2-15,1 1 1 0,-1-1 0 16,-2 0-1-16,1 1 0 0,-1 0 0 16,-1 0 0-16,-2 0 0 0,0 0 0 15,0 0-6-15,0 0-45 0,-1-1-43 16,-2 0-555-16</inkml:trace>
  <inkml:trace contextRef="#ctx0" brushRef="#br0" timeOffset="93353.89">23733 10467 506 0,'0'0'971'0,"0"0"-959"0,0 0-4 0,0 0 0 16,-6-4 4-16,5 3 10 0,1 1 21 15,0-2-2-15,0 1-11 0,0 0-3 16,1-2-1-16,-1 1-6 0,0 0-10 16,0-3-1-16,0 2 1 0,0-1 2 15,0 2-4-15,-1-1 0 0,1 0-4 16,0 2 2-16,-1-1-1 0,1-1 0 15,0 2 2-15,0-2-2 0,0 1-1 16,-1 0 1-16,1 0 0 0,0 0-2 16,0-1 2-16,0 0-3 0,-1-1 1 15,1 0 0-15,-1 1 0 0,1-1-1 16,-2-1 2-16,2 0-1 0,0 1-1 16,-1 1 0-16,1-1 1 0,-1 1 1 15,0 0-1-15,1-1 0 0,0 1-1 16,0 0-1-16,0 2 0 0,0 0 0 15,0 1-1-15,0 0 1 0,0 0-2 16,0 1 1-16,0 0 0 0,0 5 0 16,2-2 0-16,-1 2 0 0,2 1-1 15,-1 3 1-15,0-1 1 0,2 4-1 16,-2 1 0-16,-1-1 0 0,1 3 0 16,0 0 0-16,-1 1 0 0,0 2 1 15,1 2-1-15,0 2 1 0,0-1-1 16,0 1 1-16,0 2-1 0,-1 0 1 15,1 0 0-15,-1 3-1 0,1 0 0 16,0 1 0-16,1-1 0 0,-2 3 1 16,0-1-1-16,-1-1 0 0,1 3 0 15,0-1 1 1,0-2-1-16,-1 3 0 0,1-3 0 16,0-1 1-16,-1 0-1 0,0 0 0 0,0-1 0 15,0-1 0-15,0 1 0 0,0 0 0 16,-1 0 1-16,1 1-1 0,1-1 1 15,0 1 0-15,1 1 0 0,-1-1 0 16,1 1 1-16,2 3 3 0,0 4 0 16,3 6-2-16,2 7 0 0,-2 2-1 15,2-2 0-15,-3-2-1 0,2-6-1 0,-2-3 1 16,0 2-1-16,1-4 2 0,0 0-2 16,-1-5 1-16,-2-7 0 0,-1-5-1 15,0-3 0-15,1 4 1 0,-1 1-1 31,0 1 0-31,1-1 1 0,0-1-1 16,-2-4 0-16,0-2 0 0,1-1 0 16,-1-4 0-16,0 0 0 0,0-5 0 15,-1 0-1-15,1-3-1 0,-2 0-4 16,1-1-17-16,-1-1-30 0,0-1-15 16,0-3-139-16</inkml:trace>
  <inkml:trace contextRef="#ctx0" brushRef="#br0" timeOffset="94121.25">23676 10400 1597 0,'1'-4'96'0,"0"1"-87"0,0-1-2 0,0-2-1 0,0 4 1 15,-1-1 6-15,0 1 8 0,0 1 1 0,0 1-5 16,0 0-10-16,0 0-7 0,0 0-1 16,-2 1 0-1,-1 5 0-15,-2 1 1 0,-2 4 0 16,0 1 1-16,-1 2 0 0,0 2-1 16,-3 0 1-16,2-2 0 0,-1 3 1 15,-2-1-2-15,2 0 2 0,-1-1-1 16,-1-1 0-16,2-1 0 0,0-1 1 15,0-1 1-15,1 0 0 0,0-3 0 16,1 0-1-16,2-1 1 0,1-1-2 16,1-2-1-16,1-1 1 0,0 0-1 15,1-1 2-15,1 0-2 0,0-1 0 16,1-1 1-16,0 1 1 0,0-1-2 16,0 0 0-16,2 0-9 0,5-2-36 15,0-1-45-15,0-1-525 0</inkml:trace>
  <inkml:trace contextRef="#ctx0" brushRef="#br0" timeOffset="94721.16">23665 10417 1404 0,'0'0'31'0,"0"0"11"0,0 0 8 0,0 0 19 16,-3 0-31-16,2 0-5 0,1 0-4 0,0 0-10 15,0 0-6-15,0 0-6 0,0 0-5 16,0 0 0-16,1 0-2 0,2 3 2 16,2 1 1-16,-1 2 0 0,3 0 2 15,0 2 0-15,2 0-1 0,3 0 0 16,1 4 1-16,3-1 1 0,-1 1-1 16,3 1-2-16,-2 2 1 0,3-1-1 15,-2-1 1-15,0 1 0 0,2 0 2 16,-3-3-1-16,2 2-2 0,-1-1-1 15,0 0 1-15,-2-1-2 0,1 1 0 16,-3-2-1-16,-1 0 1 0,-2-2-1 16,-1 1 1-16,0-3 0 0,-1-1-1 15,-2 1 2-15,-1-2-1 0,-1-1 1 32,0-2 1-32,-1 0 3 0,-2-1 1 15,1 0 1-15,0 0-2 0,-1 0 0 16,1 0 0-16,-1 0-1 0,0 0-2 15,0-1 0-15,1 1-1 0,-1-1-1 16,-1 1-1-16,1-2 1 0,0 1-1 16,-1 1 0-16,0 0 0 0,0 0 0 15,0-2 0-15,0 2-20 0,0-1-83 16,0 1-1659-16</inkml:trace>
  <inkml:trace contextRef="#ctx0" brushRef="#br0" timeOffset="100808.89">29892 10269 112 0,'0'0'1138'0,"0"0"-1023"0,0 0-61 0,1 0 1 0,-1 0-3 16,0 0-2-16,0 0-8 0,0 0-9 16,0 0-11-16,0-1-5 0,0 1-9 15,0 0-1-15,0 0-3 0,0-1-1 16,0 1 0-16,0 0 2 0,0 0-1 15,0 0 1-15,0 0 1 0,0 0 1 16,0 0 3-16,0 0 1 16,0 0-2-16,0-1-1 0,0 0-3 0,1 1-1 15,1 0-1-15,-1 0-1 0,3-1 0 16,0 0-2-16,3 0 1 0,2-1 1 16,2-1-1-16,0-1-1 0,3 0 2 31,3-1-1-31,0 0 0 0,2 1 0 15,3-3 0-15,1 0 0 0,1 0 0 16,0-3 0-16,1 0 1 0,1-1 0 16,0-1 3-16,1-1-1 0,0 2 0 15,-4-2-1-15,2 1 2 0,-3 1-2 16,-2 1 3-16,-1 0-1 0,-2 1-2 16,-2 1-1-16,-1 1-1 0,-3 0 0 15,-4 3-1-15,0-1 1 0,-2 3-1 16,-2-1 0-16,0 1 0 0,0 1 1 15,-1 0-1-15,-2 1 0 0,0 0-1 16,0 0-1-16,-2 2-8 0,-6 5-27 16,-1-1-33-16,0-2-281 0</inkml:trace>
  <inkml:trace contextRef="#ctx0" brushRef="#br0" timeOffset="101414.71">30007 10152 1519 0,'0'0'48'0,"0"0"-43"0,0 0 4 0,10-24 20 0,-8 18-2 16,1 1 3-16,0-2-8 0,1 3-1 16,-1-1-7-16,-1 2-4 0,-1 1-5 15,1 0-1-15,-1 1-1 0,-1 0-2 16,0 1 0-16,0 0-1 0,0 0 0 16,0 1 0-16,0 2 0 0,-1 2-1 15,-2 1 1 1,-2 2 0-16,0 1 0 0,-3 2 0 15,0-1 1-15,0 3-1 0,0-2 0 16,0 2 1-16,-1-1-1 0,3 1 0 0,-1-2 0 16,1-1 0-16,1 0 1 0,1-1-1 15,2 0 0-15,1-3 1 0,1 1 0 0,0-2 0 16,3 1 1-16,3-1 0 16,2 0 1-16,1 1 0 0,5 0 0 15,-1-1 0-15,3 0 0 16,0 0-1-16,1-1 0 0,-1-1 1 0,1 0-1 0,-3 1 3 15,2-1 2-15,-5 0-3 0,0-1-1 16,0-1 0-16,-4 0-1 0,-2 0 0 16,-2 0-1-16,0-1 0 0,-1 0 0 15,-2 0-1-15,1 0 1 0,-1 0-1 16,0 0 0-16,0 0 0 16,0 0 0-16,0 1 0 0,0 1 0 0,2-1 0 31,-2 2 0-31,0 0 0 0,2-1-2 15,-2 4-52-15,0-2-43 0,0 0-308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617.08099" units="1/cm"/>
          <inkml:channelProperty channel="Y" name="resolution" value="1090.7789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8-20T09:32:29.94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4709 9953 1681 0,'0'0'61'0,"0"0"-58"0,0 0-3 0,-23-41 3 16,18 32-3-16,1 2 0 0,0 2 1 16,1 2-2-16,1-1 0 0,-1 3-1 15,3 1 0-15,-1-1-3 0,1 1-6 16,0 0-6-16,0 0 13 15,0 0-2-15,1 0-2 0,3 2-2 16,2 2 5-16,0 1 5 0,6 0 3 16,2 2 13-16,2 2-1 0,5-3-7 15,1 0 2-15,3 1-6 0,5 0 4 16,5 0-1-16,11 1 2 0,9 1-3 16,3 1 0-16,1-3-3 0,-6-1 2 15,-1 1-1-15,1-4 0 0,0 1-2 16,1-1 1-16,0-3-1 0,1 0 1 15,1 0 0-15,-2 0 0 0,1-4 1 0,-3 0 2 16,-2-3 1-16,-1 1-2 0,-2-1 5 16,-4 3 3-16,-4-3-8 15,-8 2 0-15,-6 0 0 0,-8 1-1 0,-2 1-2 16,2 1 0-16,-1 0-1 16,2 0 0-16,-5 1-1 0,-2 1 0 15,-1 3-5-15,-3 1-57 0,-5-1-107 0</inkml:trace>
  <inkml:trace contextRef="#ctx0" brushRef="#br0" timeOffset="7322.68">5207 11551 1799 0,'0'0'3'0,"0"0"0"0,0 0-3 0,0 0-3 16,-4-3 1-16,4 3-2 0,0 0-1 16,0 4 0-16,0 2 3 0,0 2 0 15,0 4 0-15,0 2 0 0,0 1 1 16,0 3 1-16,-1-1-1 0,1 4 1 15,-1 1 1-15,1 3-1 0,0-1 0 16,0 3 0-16,2 2 0 0,0 3 0 16,1 5 0-16,2 7 0 15,-1 8 0-15,1 3 0 0,-2-3 0 0,-1 2 0 16,-1-5 0-16,-2 4 0 0,1 3 0 16,0 0 1-16,-3 4-1 15,0 1 0-15,-2 0 0 0,1 5 1 16,-1-2-1-16,-1 5 0 0,0 0 0 15,1 1 0-15,-1 1 0 0,2-3 0 16,-1 0 1-16,0-3-1 0,0 0 0 16,1 0 0-16,-3 1 0 0,3 0 0 15,1-1 0-15,0 0 1 0,0-4-1 16,1 1 0-16,0-5 0 0,1-1 1 16,1-2-1-16,-1-2 1 0,1 0 0 15,2-2-1-15,-2-1 1 0,0-1-1 16,0-3 0-16,0 0 1 0,0-4-1 15,-1-8 0-15,-1-7 0 0,1-6 1 0,-1-2 0 16,-2 4-1-16,2 2 2 16,-2 1-2-16,1-2 0 0,0-2 0 15,-1-3 1 1,1-1-1-16,0-2 0 0,0-5 1 16,0 1-1-16,-2-3 1 0,1-1-1 0,-1-2 1 15,-1-3 0-15,1 0-1 16,-1-2 1-16,0 0 0 0,1-1 0 0,-2-1 0 0,1-3-1 0,-2 0 1 15,-2 1-1 1,2-3 0-16,-1 2 0 0,-2-1 0 16,0 2 0-16,0-3 0 0,0 3 0 15,-1-2-1-15,-2 4 1 0,1-2 0 0,-2 1 0 16,2-1 0-16,-1 2 0 16,0-4 0-16,1 2 0 0,-2-1 0 15,4-1 0-15,-2 0 0 0,1-1 0 0,2-1 0 31,-1 1 0-31,3 0 0 0,0-1 3 16,2 1 2-16,-2 0 2 0,3 0 2 16,2 0 0-16,-1 1-1 0,1 2-1 15,0 0-2-15,2 0-2 0,0 1-2 16,0 2-1-16,1-1 1 0,0 0-1 16,0 2 0-16,-1 0 0 0,1 0 0 15,0 0-1-15,0 0 0 0,0 0 1 16,2 4-1-16,1 0 1 0,0 4 0 15,3 2 0-15,-2 3 0 0,2 1 0 16,0 2 0-16,0 4 0 0,1 0 0 16,0 1 0-16,3 2 0 0,-2 2 0 15,1-2 0-15,2-1 0 0,-1 3 0 16,1-3 0-16,3-2 0 0,-2-2 0 16,2-4 0-16,-1 0 1 0,0-3-2 15,3-4 2-15,-3-1-1 0,2-3 0 16,-1 2 1-16,2-3 2 0,-1 0 1 15,2-2 0-15,0 0 2 0,2-3 0 16,0-4 1-16,3-1-2 0,2-4-2 16,1-4 0-16,5-4-2 0,7-9 0 15,10-12-1-15,9-15 0 0,4-8-7 16,-13 10-34-16,-11 9-77 0</inkml:trace>
  <inkml:trace contextRef="#ctx0" brushRef="#br0" timeOffset="10940.68">24756 12335 1664 0,'0'0'5'0,"0"0"-2"0,0 0-3 0,0 0 2 15,4-34 3-15,-3 26 1 0,0 1 4 16,0-1 3-16,-1 1-3 0,0-2 4 15,0 4-3-15,0-1-2 0,0 1 2 0,0 2-2 16,1 1 4-16,-1 0-4 0,0 1-3 16,0 0-1-16,0 1 0 15,0 0 0-15,0 0-2 0,0 0-3 16,0 0 2-16,0 0-2 0,0 0 0 16,0 0 0-16,0 1 0 0,1 3 0 15,0 1 0-15,1 0 2 0,0 1 0 0,0 3-1 16,-1 0 1-16,1 1 1 15,0 2-1-15,0 2 0 0,-1 0-1 16,0 2 2-16,0 0-2 0,0 2 0 16,-1 1 1-16,2-1 0 15,-2 3-1-15,0 2 1 0,0-1-1 0,1 2 1 16,0-1-1-16,-1 2 1 0,1 0-2 16,-1 0 2-16,1 3-2 0,0-1 1 15,0 1 0-15,0 0 0 0,-1 2 0 16,1-1-1-16,-1 1 2 0,0 1 0 15,0-2-1-15,0 2 1 0,0 0 0 16,0 0-1-16,-1 0 0 0,1 0 0 16,-1 0-1-16,0 0 1 0,-1-2-1 15,1 1 0-15,0-1 0 0,0 0 0 16,-1 0 0-16,1 0 1 0,1-2-1 16,0 3 0-16,0-1 0 0,-1 0 1 15,1-3-1-15,0 2 0 0,0-2 0 16,1 0 0-16,0 1 0 0,1-2 1 15,-1 1-1-15,1-2 0 0,0 0 0 16,0-1 0-16,0-1 0 0,1-1 2 16,1 0-1-16,-1 0 0 0,2-3 1 31,-1-1 1-31,0-3-2 0,0 1 2 16,0-1-1-16,-1-1-2 0,1 0 1 15,-1-2 1-15,1 0-2 0,-1-2 1 16,1 2-1-16,-1-3 2 0,1-1-1 15,-1 1 0-15,1-1-1 0,0 0 1 16,0 0 0-16,1-1 0 0,-1-2-1 16,0 0 1-16,0 1-1 0,-1-3 0 15,-1 3 1-15,1-3 0 0,-1 2-1 16,1-2 0-16,-1-1 0 0,0 3 1 16,-1-3-1-16,0 0 0 0,0-1 0 15,1 1 1-15,-2-1-1 0,1 1 0 16,1 0 0-16,-1 0 0 0,-1 0 0 15,1 1 0-15,0-2 0 0,-1 2 1 16,1 0-2-16,-1 0 2 16,1-1-1-16,-1 1 0 0,0 2 0 15,0-1 0-15,0 1 0 0,-1 0 0 16,-2-1 0-16,0 0 1 0,0 1-1 16,-2-2 0-16,1 2 0 0,-1-2 1 15,1 1-1-15,-1 1 0 0,0-1 0 16,-1 0 0-16,-2-2 0 0,2 0 0 15,-1 0 1-15,0-1-1 0,-1 0 0 0,1 0 0 16,-2 0 0-16,0 0 1 0,0-2-1 16,-1 0 0-16,1-3 0 0,-2 1-1 15,1 0 1-15,-1-1 1 0,-1 2-1 16,1-2 0-16,1-2 0 0,-2 0 0 16,1 0 0-16,0 0 0 0,-1 0 0 15,3 0 1-15,1-2-1 0,-1 2 0 16,2-1 0-16,0 1 1 15,1 0-1-15,-1-1 0 0,1 2 0 0,1 0 0 16,0 0 0-16,1-1 1 0,0 1-1 16,-1 2 0-16,2 0 0 0,1 0 0 15,0 1 1-15,1 2-1 0,0-1 0 16,1 1 0-16,0 1 0 0,0 0 0 16,0 0 0-16,0 0-2 15,2 1 2-15,2 3 0 0,2 1 0 0,-1 0 0 16,1 2 0-16,1 0 0 0,1 1 0 15,1 0 0-15,-1 1 0 0,0-1 0 16,1 3 0-16,2-2 0 0,-1 3 0 16,3-3 0-16,-2 4 1 0,0-3-1 15,1 2 0-15,-1-3 0 0,1 2 1 16,0-3-1-16,-1-2 0 0,0 1 1 16,0-1 1-16,-1-3-2 0,1 2 2 15,-2-4 2-15,2-1 0 0,1-1 0 16,-1-3 1-16,1 0-2 0,2-3 0 15,-2 0 0-15,2-4-1 0,1 1-1 16,1-4 0-16,2-1-1 0,1-3 0 16,4-3-3-1,11-14-19-15,-5 6-39 0,-1-2-89 0</inkml:trace>
  <inkml:trace contextRef="#ctx0" brushRef="#br0" timeOffset="23297.78">23724 11936 1179 0,'0'0'59'0,"0"0"41"0,0 0-17 0,0 0-9 15,0 0 3-15,0 0-25 0,29-31-13 16,-26 26-10-16,0-1-6 16,0 1-2-1,-1 1-2-15,-2-1-4 0,0-2-1 0,0 1-3 16,0 0-5-16,-2 0 0 0,-2-1-1 16,-1 0 1-16,-1 1-4 0,-2-4-1 15,0 3 0-15,-3 0 0 0,0-1-1 16,-3 1 1-16,1-2 0 0,-2 1-1 0,0 1 1 15,-1-3 0-15,1 2-1 16,-1 1 1-16,0 0-1 0,-3 0 1 0,1 0 0 16,-2 1 1-16,1 2 2 0,0-1 5 15,-1-1-6-15,1 4-3 0,-2-1 1 16,1 1 0-16,1 1 0 0,0 0 0 16,-1 1-1-16,2 0 1 0,-1 0-1 15,1 0 1-15,1 1-1 0,-1 0 1 16,3 2-1-16,-2 0 0 0,2-2 1 15,-1 4-1-15,1-3 1 0,-2 0 0 16,0 2 1 0,-4 0-2-16,-1 0 1 0,1 3-1 15,-1 0 0-15,0-1 1 0,3 1-1 0,-2 0 4 0,1 0-2 16,0 1-1-16,-3 0 0 0,1 3-1 16,0-2 2-16,0 3-2 0,1-2 1 15,2 3-1-15,2-1 1 0,-2 1 0 16,4-1-1-1,-1 1 0-15,4 0 1 0,1 1-1 0,0-1 0 0,4-1 1 16,1-2-1-16,2 2 0 0,0-1 0 16,0 2 0-16,1 1 2 0,0 1-2 15,1 2 0-15,0-2 0 0,1 3 1 16,1 0-1-16,0 2 1 16,1 0-1-16,3 2 0 0,0-2 0 15,4 1 1-15,-1-1 0 0,2-2 0 16,1 1-1-16,1 0 2 0,1-2-1 31,1 3 1-31,0-3-2 0,1 2 1 16,0 0 0-16,0-2-1 0,2 1 0 15,0-3 2-15,0 0-2 0,2-1 1 16,-1 0-1-16,1-1 0 0,-2-1 1 16,3-2 0-16,-2 1-1 0,1-3 1 15,-1-1-1-15,-1 1 1 0,1-2-1 16,-2 0-1-16,2 1 1 0,-1-2 1 15,1 2-1-15,-1 0 0 0,-1-1 0 16,1 0 1-16,2 0-1 0,-2-2 1 16,3 0-1-16,1 0 1 0,-1-1-1 15,2 1 0-15,1-1 0 0,-1 1 1 16,2-1-1-16,-1 1 0 0,-1-2 0 16,1-1 1-16,-2 0-1 0,-1 0 1 15,0 0-1-15,-1-1 2 0,-2 0-2 16,0 0 2-16,1-1 0 0,-2-1 0 15,-1 0 0-15,2-1 1 0,-3-1 1 16,1-1-1-16,0 0 0 0,0 0 0 16,2-1-1-16,-2 0 0 0,2 0 0 15,-1-1 0-15,0 0-1 0,-1 0 0 16,0 0 0-16,-2-1 1 16,2 0-1-16,-2 1 1 0,0-3 0 0,0 2-1 15,-2 1 0-15,1 0 0 0,-2 0 0 16,-1 1 0-16,0 0-1 0,0-1 1 15,-2 1-1-15,0 0 1 0,-1 0-1 16,-1-1 1-16,1 0-1 0,-1 0 0 16,1-1 1-16,-1 1-1 0,0-1 0 15,0-1 1-15,0 0-1 0,1-1 0 16,1-1 1-16,0-1-1 0,-1 0 0 16,1 0 1-16,1-1-1 0,-1-1 0 15,-1 0 0 1,0 1 0-16,0 0 0 0,0-1 1 0,-1 1-1 0,-1-1 0 15,1-1 0-15,-1 3 0 0,0-2 0 16,-1 2 1-16,-1-1-1 0,0 2 0 16,-1-2 1-16,1 1-1 15,-1-1 0-15,1-1 0 0,0 3 0 0,0-1 0 16,0-1 1-16,-1 0-2 16,0 1 1-16,0 0 0 15,-1-1-1-15,-2 1 1 0,0-2 0 0,-1 1-1 0,-1 1 1 16,-3 0 0-16,0-1-1 0,0 0 0 15,-3 0 1-15,0 1 0 0,-3 0-3 16,-3 0-5-16,-3 2-5 0,-2 0-11 16,-3 2-6-16,-15 0-16 0,5 3-43 15,3 2-324-15</inkml:trace>
  <inkml:trace contextRef="#ctx0" brushRef="#br0" timeOffset="26291.91">8689 14198 588 0,'-2'0'1126'0,"2"0"-1122"0,-1 0-4 0,1 0 1 15,0 1-1-15,0-1 0 0,1 1 1 16,1 0 2-16,1 2-2 0,2-2 2 16,2 4 4-16,1-3 2 0,3 2 2 15,2-1-2-15,2-2 6 0,5-1-2 16,1 0-6-16,4 0-3 0,3-1-1 16,5-3 0-16,10 0-2 0,6-5 2 15,6-2 0-15,0 2 0 0,-1-4-1 16,-5 1 2-16,1 0 4 0,-3-1 0 15,-2 2 1-15,0-3-1 0,-1 4 1 16,-3-1-2-16,-3 4 0 0,-3 0-2 16,-7 0-1-16,-5 3-2 0,-7 1 1 15,-2-1-1-15,-1 1-1 0,2 2-1 16,-1 1 1-16,-3 0-1 0,-4 0 1 16,-2 1-1-16,-3 0 2 0,-2 3-1 15,0-2-1-15,-3-1 2 0,-3 4 1 16,-3-1-3-16,-4 0 0 0,0-1 0 15,-5 1 0-15,-1 1 0 0,-1-2 0 16,-2 3 0-16,-2 0 0 0,0 0 0 16,-3-2 0-16,-1 1 0 0,-3 1 0 15,-5 0 0-15,-6 2 0 16,-5 0 1-16,-3 0-1 0,5-2 0 0,2 0 0 16,5 0 0-16,0 0 1 15,2 0-1-15,1-1 0 0,0 1 0 16,1-2 0-16,6-1 0 0,7 0 0 0,2-1 0 15,4 0 0-15,-3 1 0 16,-2 1-1-16,0-1 2 0,2 1-1 0,3-3 0 16,2 1 1-16,4-1-1 0,4-1 0 15,2 0 0-15,2 0 0 0,1 0 0 16,4 1 0-16,2 0 0 0,3 0 0 16,4-1 0-16,2 1 1 0,3 1-1 15,2-2 1-15,3 1-1 0,2-1 0 16,2 0 1-16,8-3 0 0,9 1 0 15,12-4 1-15,2-1 0 0,1-1 1 16,-3-1 3-16,-6 0-1 0,0 0 1 16,-1 1-4-16,-3 0 1 0,0 1 1 31,-2-2 2-31,-3 1-1 0,-2 2 2 0,-5 2-4 16,-6 2-2-16,-7 2 1 15,-4 0-2-15,-1 3 0 0,2 3 0 0,0 6-18 16,-3-2-49-16,-9-2-601 0</inkml:trace>
  <inkml:trace contextRef="#ctx0" brushRef="#br0" timeOffset="31854.12">23839 13689 1607 0,'0'0'14'0,"0"0"-9"15,0 0 3-15,0 0 10 0,11-44 11 16,-10 33 3-16,-1-1-11 0,0-1-4 15,2 0-6-15,-5 1 2 0,0 0-2 16,-1 0 2-16,-1 0-2 0,0 3-1 16,-2-3-8-16,0 4 1 0,-1 1-3 0,-1-1 2 15,1 2-1-15,-2-1 1 0,0 0-1 16,-1 0 1-16,-1 3-2 0,1 0 2 16,-2-1 0-16,0 0 1 0,1 1 0 15,-2 0-1-15,0-1 2 0,-1 1 0 16,0 1 0-16,0-1-2 0,0-2 7 15,0 2-1-15,0-1-6 0,-3 0-1 16,1 1-1-16,-3 1 1 0,1 2-1 16,0 1 0-16,0 0 0 0,0 0 1 15,0 0-1-15,1 0 0 0,0 2 0 16,-1 0 1-16,-2 2-1 16,0 1 0-16,-2 0 1 15,0 1-1-15,0-1 0 0,0 2 0 16,1-1 1-16,0 1-1 0,2 1 1 0,-2 0-1 15,1 1 1-15,0 1 0 0,1-1 0 16,-1 2 1-16,3-1-1 0,-2 1 0 16,1 1 1-16,1-2 0 0,-2 3-1 0,2-2 0 15,-1 0 0-15,-1 0 1 16,2 0-2-16,0 1 2 0,2-2 0 16,-1 2-1-16,2 0 1 0,1 0-1 15,1 0 0-15,1 1 0 0,1 0-1 16,1 1 0-16,-1-2 0 0,4 2 0 15,0-1-1-15,2 2 1 0,0 0 0 16,1 0 1-16,3 0-1 0,1 2 1 16,0 0-1-16,3 1 1 0,3 0 0 15,1 1 1-15,1 0 0 0,2-1-2 0,3 2 1 16,0-2 0-16,3 0 0 0,1 3-1 31,1-2 1-31,3 0 0 0,-1-1-1 16,1-2 0-16,1 1 1 0,1-1 0 15,0-1-1-15,2-1 0 0,0-1 0 16,1 1 1-16,0-3-1 0,1 1 1 16,1-2-1-16,2-1-1 0,-2-2 1 15,2 1 2-15,1-2-2 0,5-1 0 16,7 1 1-16,2-3 0 0,-4 1-1 16,-10-2 0-16,-10-1 0 0,-6-1 1 15,3 0-1-15,3 0 0 0,2-2 1 16,0-2 0-16,-1 1 1 0,-1-2 1 15,0-2-2-15,-2 1 0 0,2 1 2 16,-3-2-2-16,2-2 1 0,-1 1 0 16,0 0-1-16,-1-4 1 0,0 2 1 15,0-3-2-15,1 0 0 16,-1-2 2-16,1 0 0 0,1-4-1 16,0 2 0-16,2-3 0 0,-1 0 0 15,-1-1 0-15,0-3-1 0,-2 1 0 16,-1 0 1-16,-1 0-2 0,-3-1 1 15,-2 2 0-15,0 0 0 0,-4-2-1 16,-1 1 2-16,-2 1-1 0,-2 0 0 16,-2 2 0-16,0-1-1 0,-4 1 0 15,-4 2 0-15,-1-1 0 0,-4 1-1 16,-3 2-3-16,-4 0-5 0,-4 2-1 16,-5 1-20-16,-19-3-12 0,5 5-57 15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617.08099" units="1/cm"/>
          <inkml:channelProperty channel="Y" name="resolution" value="1090.7789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8-20T09:34:31.0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29202 2082 1709 0,'0'0'124'0,"0"0"-122"0,0 0-2 16,0 0-2-16,0 13 1 0,2-3 1 15,3 2 1-15,1 0-1 0,0 2 1 16,2-2-1-16,2 1 1 0,2-1 0 16,1-4 0-16,4-2 0 0,1-5 1 15,2 0 5-15,1-2-1 0,3-4 2 16,3-3 0-16,7-4 0 0,12-6-1 16,12-9 1-16,7-4 1 0,5-1-6 15,-2-3-2-15,1 1-1 0,2-1 0 16,4 0-3-16,-1 0-39 15,-18 9-29-15,-13 4-220 0</inkml:trace>
  <inkml:trace contextRef="#ctx0" brushRef="#br0" timeOffset="638.79">31311 2283 269 0,'0'0'1508'0,"0"0"-1505"16,0 0 3-16,-10-41 4 0,8 31 0 15,2 2 1-15,0 2-2 0,0 2 3 16,0 1-5-16,0 2-2 0,2 1-3 15,-1 0-2-15,1 0 0 0,2 4 0 16,-1 2 0-16,1 5 0 0,0 2 0 16,0 3 2-16,1 4 0 0,-1 1-2 15,4-2 2-15,0 0-1 0,2-2 1 16,3-3-1-16,4-3 2 0,6-4 1 16,9-3 0-16,12-4 3 0,16-8-1 15,11-7-1-15,2-5-3 0,-2-5-1 16,-6 2 0-16,2-2-1 0,0-2 0 15,-2-2-11-15,-2-1-24 0,-17 8-33 16,-5 2-100-16</inkml:trace>
  <inkml:trace contextRef="#ctx0" brushRef="#br0" timeOffset="1103.25">32985 2300 1836 0,'0'0'17'0,"0"0"-15"0,0 0-1 0,0 0 1 16,0 0-2-16,0-14 1 0,0 14-1 15,0 0-1 1,2 5-1-16,-1 2 2 15,-1 2 0-15,2 4 0 0,-2 2-1 16,0 1 1-16,0 2 1 0,0-2-1 16,0 1 0-16,0-5 0 0,0 0 0 15,5-5 0-15,1 0 0 0,3-3 0 16,2-2 2-16,7-2 0 0,3-2 4 16,5-3 3-16,13-7-2 0,12-4-2 15,14-7-3-15,6-3 0 0,2-1 0 16,-4-3-2-16,-20 9-18 0,-9 1-75 0</inkml:trace>
  <inkml:trace contextRef="#ctx0" brushRef="#br0" timeOffset="4150.6">32048 5208 1786 0,'0'0'14'0,"0"0"-12"0,0 0 1 0,-16-37 1 0,13 29-3 15,-2 1 1-15,2 1-1 16,-2-1 0-16,-4 0-1 0,1 0 1 16,-2 1-1-16,-2-1 0 0,-2 0-2 15,-4 0-1-15,2 0 2 0,-4-2 0 16,0 0 1 0,-3 0 0-16,1 0 0 0,-3-1 0 0,0 1 0 0,-5 0 1 15,0-1 0-15,-7-1 0 0,-7-3 0 16,-7 1 1-16,-1 0-1 0,3 3 2 15,0-1 0-15,7 3 1 0,-6-1-2 16,1 3 0-16,-5 0 0 0,0 2 2 16,-2-1-2-1,0 0 0-15,-1 1-1 0,-2 1 0 0,0 2-1 0,1 1 0 16,-2-2 0-16,1 2 0 0,-1 0 1 16,-2-1-1-16,-3 1 0 0,-4 0-1 15,1 0 1-15,-1 0 0 0,0 0 1 16,4 3-1-16,-1 2-1 0,3 1 1 15,-1-2 0-15,-1 2-1 0,0 2 1 16,-1 2 1-16,1 1-1 0,0 2 0 16,4-1 0-16,1 4 0 0,1-2 0 15,3 2 0-15,0 2 0 0,0-1-1 16,1 3 1-16,2 1 0 0,0 0 1 31,2 1-2-31,3 1 1 0,-1 2 0 16,4 4 0-16,1-3 0 0,0 3-1 15,3 1 1-15,2 1 0 0,1-1 0 16,6-2 1-16,4-4-1 0,-2 6-1 16,-3 5 1-16,-3 4 0 0,-1 7 0 15,5-3 0-15,7-3 0 0,3 1 0 16,4 0 0-16,1-2 0 0,6 3 0 16,1-1 0-16,4 0 1 0,3-1-1 15,1-1 1-15,6-2 0 0,3 1-1 16,3-2 0-16,5 0 0 0,2 0 0 15,2 2 0-15,4-3 1 0,4-4 0 16,-2-3 0-16,7 5-1 0,3-4 3 16,5 2-1-16,6 2 3 0,-1-5-4 15,2 0 2-15,6-2-2 0,2-1 0 16,5-1-1-16,3-2 0 16,1-2 2-16,4-2-2 0,2-2 0 0,-2-1 0 15,3 0 1-15,2-2-1 0,3-2 0 16,2 1 0-16,4-4 1 0,-2 0 0 15,3-1-1-15,1-3 1 0,-1-1 0 16,-1 0 0 0,6-2 0-16,0-1-1 0,2 0 2 15,-1-4-2-15,3-3 2 0,-1-3-2 16,3-3 1-16,2-2-1 0,-3-2 2 0,-2-3-1 16,-2-5 0-16,-2-1 0 0,0-7 0 15,-1-6 0-15,-1-3 0 0,-3-6 4 0,-5-2 0 16,-8-5-1-16,-8-3 0 15,-5-5-2-15,-7-5-1 0,-5-3-1 16,-7-2 1-16,-9-7-1 0,-9-3-24 0,-8 18-13 16,-10 10-74-1</inkml:trace>
  <inkml:trace contextRef="#ctx0" brushRef="#br0" timeOffset="10006.85">32043 7034 1813 0,'0'0'0'0,"0"0"-6"0,0 0 6 16,0-38 0-16,0 29 0 16,0 0 0-16,0 1 1 0,0-1-2 15,0 2 2-15,-1 1 0 0,-1 0 1 16,1 1 0-16,1 2 0 0,-2-2 1 15,2 3 0-15,0-1-1 0,-2 2 0 0,2-1-1 0,0 2 0 0,0 0-1 16,0 0 0-16,0 3 2 0,0 1 1 16,0 2 3-16,0 0 2 0,0 4 1 31,0 1-1-31,2 4-2 0,-2 2-1 16,0 3-2-16,2 2-1 0,-1 3-1 15,1 2-1-15,2 3 1 0,-2 0-1 16,-2 2 1-16,1 7-1 0,1 8 0 15,-2 8 1-15,2-1 0 0,1-1-1 16,0-6 0-16,2-4 1 0,1 0 2 16,3 3 1-16,3-2 1 0,-1 3 0 15,3-2-1-15,0 1-1 0,2-2 0 16,2-1-1-16,2 2 1 0,-1 0 0 16,-3 0-3-16,1-1 2 0,-4-2-2 15,2 0 0-15,0-3 1 0,-6 1-1 16,2-1 0-16,-3-4 1 0,-1 0 0 15,-3-6 1-15,2-6 1 0,-3-5 0 16,2-1 0-16,0 2-2 0,2 3 1 16,-1 0 0-16,1 1-1 0,0-3 0 15,-2-1-1-15,1-4 0 0,-3-2 0 16,3-3 0-16,-4 0-2 0,1-2-2 16,-3-3 1-16,0-2-3 0,0-2 1 15,-3-1 3-15,-3 0 1 0,-2 0 1 16,-2-3-2-16,-4-2 0 0,0-2 1 15,-3-1-2-15,-1 0 0 0,-2-2 1 16,2 1 1-16,-2-1-1 16,1-1 2-16,1 0 0 0,-2 0 0 0,3 1 0 15,1 0 1-15,3 3-1 0,-1 0 0 16,3 1 0-16,0 1 0 0,3 3 0 16,0 0 0-16,1 0 0 0,2 2 1 15,0 0 0-15,1 0-1 0,3 4 1 16,-2 3 0-16,1 5 0 0,0 0 2 15,1 4-1-15,1 0 3 0,0 3-2 16,6-1 1-16,1 0-1 0,5 0 0 16,1-2-2-16,2 0 0 0,3-3 1 15,4-1 0-15,3-3 1 0,2-2-1 16,8-1 2-16,6-5-1 0,8-1-2 16,-3-5 1-16,-6-3-1 0,-12 0-1 15,-8 0 0-15,-1-4-3 0,0-3-4 16,3-7-1-16,7-11-4 0,1-17-8 15,-5 5-22-15,-4 1-57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617.08099" units="1/cm"/>
          <inkml:channelProperty channel="Y" name="resolution" value="1090.7789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8-20T09:36:07.07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16433 6963 1350 0,'0'0'125'15,"0"0"-105"-15,0 0-8 16,0 0 1-1,-21-9-3-15,18 5 15 0,2 1-1 16,-3 1 0-16,3 0 0 0,-1 1 0 0,2-1-2 0,0 2 0 0,-1 0-3 31,-2-2-8-31,3 2-3 0,0 0 0 0,0-1-1 16,0 1 0-16,0-1-2 0,0 1-2 16,4 0-1-16,-1 0-1 0,2 0 1 15,0 0-1-15,0 0 0 0,3 0-1 16,1 0 1-16,-1 0 1 0,3 0 0 0,-2 1-1 15,1-1 2-15,3 0 0 16,-1 0-1-16,1 0 0 0,1 0 0 0,0 0 1 16,2 0-2-16,-3 0 0 0,1 0 1 15,0 1-1 1,1-1-1-16,-1 1 2 0,-3 0-2 0,3 1 1 0,0 0-1 16,-1 1 0-1,-2-1 1-15,3-1 0 0,2 1-1 16,0-1 1-16,1 0 0 0,5-1-1 15,-3 0 1-15,3 0 0 0,5 0-1 16,-2 0 0-16,2-2 0 0,-1 0 1 16,2 0 0-16,1 0 0 0,1 1 0 15,1-1 0-15,4 1 1 0,6 1 0 16,8-1 2-16,3 1 1 0,-3 0-5 16,-3 0 1-16,-3 3 1 0,2 0-2 15,2 1 1-15,1 0-1 0,-5-2 1 16,4 1-1-16,-4-1 0 0,1 0 0 15,-3-1 1-15,2 2-1 16,-2 2 0-16,3 0 0 0,-1 2 1 0,-2 0 0 16,3-2 0-16,0 3-1 0,-1-3 0 15,0-1 1-15,-2 6-1 0,-2-3 1 16,0 2 0-16,0-2-1 0,-3-1 0 16,-1 2 0-16,1 2 1 15,-2 1-1-15,0-3 0 0,2 1 0 0,-3 1 1 16,-3-1-1-16,-5-1 0 0,3 0 0 15,-1-1 0 1,-2-1 0-16,8 4 1 0,-9-3-1 0,4 1 0 16,2 1 0-16,-3-2 1 15,2 0-1-15,1 1 1 0,-1 0 0 0,-3 1 0 16,2-1 1-16,0-1-1 16,0 1 1-16,0-1 1 0,0 0-1 0,-1-1-2 15,0-1 2-15,2 1-1 0,-4 0 0 16,4-1-1-16,-1 0 2 0,1-1 0 15,-1 1-1-15,0-2 0 0,1 1 0 16,-2-1 0-16,2 1-1 0,-2 1 2 16,3-2-2-16,0 1 0 0,-1-2 1 15,1 0-1-15,-2-1 0 0,2 1 1 16,1-1-1-16,0 1 0 0,1 0 1 16,1 1-1-16,4-1 1 0,3 0-1 15,-3 0 1-15,-4-1-1 0,-4-1 1 16,-6 0-1-1,4 0 0-15,3 0 2 0,1 0-1 16,-1 0 1-16,-1-1-1 0,0-1 0 16,-1 0-1-16,0 0 1 0,-1 1 0 15,3 0 0-15,-2 0-1 0,1 0 0 16,0 0 0-16,-1 1 1 0,2-1-1 16,-2 1 0-16,2 0 1 0,-1-1-1 0,0 0 0 15,-2-1 0-15,0 0 0 0,-2 1 1 16,0-1-1-16,-1-1 1 0,1 1-1 15,-1 0 2-15,-3-2-1 16,1 1 0-16,-2 0 0 0,-2 0 1 0,0 0 0 0,-2 1 0 16,1-1 1-16,-2-1 0 0,0 0-2 15,0-2 2-15,-1 1-1 16,-1 0-1-16,0 0 1 0,-2 0-1 0,1-1 1 16,0 1-1-16,-2-1 1 0,1-1-1 15,0 0 0-15,-2 0 1 16,0 0 0-1,-1-1-1-15,1 1 1 0,-3-1 0 16,1-1 1-16,0 1-1 0,-1-2 0 16,1 1-1-16,-1-1 1 0,1-1-1 0,0 0 0 15,0-1-1-15,0 0 1 0,-1-1-1 16,2 1 0-16,1-2 0 0,-3 0 0 16,2 0 1-16,2-1-1 0,-3 1 0 15,1-2 1-15,0 0-1 0,3 1 0 16,-3-2 1-16,0 1 0 15,3-1-1-15,-3 0 0 0,0 2 2 16,1-3-1-16,0 1-1 0,-2-1 1 16,1 0-1-16,0 0 1 0,0 1-1 15,0-1 1-15,-2 2-1 0,0-2 0 16,1 1 1-16,-1-2-1 0,-1 2 0 16,0-1 0-16,-2 1 0 0,1 0 1 15,-2 1-1-15,0 0 0 0,1-2 0 16,-3 3 0-16,1-3 0 0,-1 1 0 15,0-1 1-15,0 0-1 0,0 0 0 16,-2 1 0-16,-1-2 1 16,1 3-1-16,-1-2 0 0,1 2 0 15,0-3 0-15,-1 1 0 0,1 0 0 16,-1 1 0-16,0-2 1 0,0 1-1 16,0-1 0-16,-2 1 0 0,1 1 0 15,0-1 0-15,0 1 0 0,0-1 0 16,-1 2 0-16,1-2 0 0,-2 2 0 0,1 0 0 15,0-1 0-15,-1 1 0 16,1-2 0-16,-1 1 1 0,-1 2-1 0,1 0 0 16,-1-2-1-16,0 2 1 15,-2-1 0-15,2 0 1 0,-1-1-1 16,0 2 0-16,-3 0 0 0,2-2 0 16,-1 2 0-16,0-1 1 0,0 2-2 15,-1 1 2-15,-1-3-2 0,1 2 1 16,-3 0 0-16,3-1 1 0,-2 0-1 15,0 2 0-15,0-1 0 0,-2 0 1 16,1 1-1-16,-3 0-1 0,3 0 1 16,-4 0 0-16,2 3 0 15,-1-2 0-15,0 3 0 0,-1-3 1 0,2 2-1 16,-1-1-1-16,-2 3 1 0,2-1 0 16,-1 1 0-16,-1 0 0 15,-1-1 1-15,-2 2-1 0,2-1 0 0,-3 2-1 16,0 0 1-16,-2 1 1 0,1-1-1 15,0 0 0-15,-2 0-1 0,-1 2 1 16,-1 0 0-16,0 0 1 0,1 1-1 16,-3-1 0-16,1 1 0 0,2-2 0 15,-3 1 0-15,1 1 0 16,-1-1 0-16,-1 1 0 0,0 0 0 0,0 0 0 16,-7 0-1-16,-3 1 1 0,-5-2 0 15,-2-1 0-15,4 3 1 0,3-3-1 16,4 4 0-1,1-1 0-15,0-2 0 0,-1 2 0 16,-1 0 0-16,3-1 0 0,-1 1 0 0,1-1 0 0,-2 0-1 16,-1 0 1-16,1-1 0 0,-3 3 0 15,1-3 1 1,-4 1-1-16,2 1 0 0,-2-1 0 0,-1 1 0 16,0 1 0-16,-2-3 0 0,3 2 0 15,-1-1 0-15,1 0 0 0,1 2 0 0,-2-2-1 16,-1 2 1-16,-2-1 0 0,3 1 0 15,-2 0 0 1,-1-1 0-16,1 2 1 0,0 0-1 0,-1 0 0 16,2 0 0-16,1-1 0 0,1 0 0 0,2 1-1 15,0-2 1-15,-1 2 0 0,2 0 1 32,-1-1-1-32,2 1 0 0,0 0 0 15,-3-2 0-15,3 2 0 0,0 0 0 16,1 0 0-16,-1 0 0 0,4 2 0 15,-3-1 0-15,0-1 0 0,2 1 0 16,-2 1 0-16,0 1 0 16,0-1 0-16,0 3 0 0,-1-3 0 15,3 3 0-15,-1-3 0 0,-1 3 0 0,2-3 0 16,-3 3 0-16,2 0 0 0,-1-2 0 16,3 2 0-16,0-2 0 0,2 2 0 15,-1-2 0-15,4 2 0 0,7-1-1 16,3 0 1-16,1-1 1 0,-3 1-1 15,-5 2 0-15,-1 0 0 16,-1 0 0-16,1 0 0 0,-1 0 0 16,3 1 0-16,-1 1 0 0,1-1 0 15,1 1 0-15,1 1 0 0,-1-2 0 16,4 2 0-16,-1 0 0 0,0 1 0 16,0-1 0-16,3 2 0 0,0-2 0 15,0 4 0-15,0-5 0 0,2 5 0 16,1-2 0-16,-1 0-1 0,2 1 1 15,0-2 0-15,2 3 0 0,-1 0 0 16,1 0 0-16,2 0 0 0,0-2 0 16,0 2 0-16,1 0 0 0,1-1 0 15,1-1 0-15,0 2 0 0,2 0 0 16,0 1 0-16,-1-1 0 0,1 1 0 16,1-1 0-16,0 1-1 0,2-2 1 15,-4 1 0-15,2 0 1 0,0 0-1 16,0 1 0-16,-1-1-1 0,-2 0 1 15,2 1 0-15,1-1 0 0,0-1 0 16,-3 1 0-16,2-1 0 0,-2 1 1 16,2-1-2-16,1 0 2 0,-2 1-2 15,0 0 2-15,2 0-2 0,0-1 2 16,2 0-2-16,-2 1 2 0,2 0-1 16,-2-1 0-16,1-1 0 0,2 3 0 15,-1-2 0-15,2 1-1 0,-3-2 1 16,3 2 0-16,-1 0 0 0,2 1 0 15,-3 1 0-15,3-1 0 0,-2 0 0 16,2 0 0-16,-1 0 0 0,-1 1 0 16,2 2 0-16,0-2 0 15,-2 1 0-15,1-1 1 0,1 2-1 16,-2-1-1-16,2-1 1 0,0 2 1 16,0-1-1-16,0 0 0 0,0 0 0 15,2 0 0-15,1 0 0 0,0-2-1 0,-1 3 1 16,3-2 1-16,1 0-1 0,-1 0 0 15,1 1 0-15,0-2 0 0,2 2 0 16,-1 0 1-16,2 0-1 0,-1-1 0 16,3 2 0-16,0 0 0 0,0-2 0 31,2 3 0-31,4-2 0 0,1 0 0 16,5 1 1-16,6 0-1 0,21 1 0 15,-7-4 0-15,-3-5-62 0</inkml:trace>
  <inkml:trace contextRef="#ctx0" brushRef="#br0" timeOffset="4005.96">12040 9496 1773 0,'0'0'10'0,"0"0"-7"0,0 0 0 0,0 0 2 16,-4-34 5-16,4 24 15 0,0 1-6 15,0 2-8-15,0-3-4 0,3 3-1 16,-1-2-1-1,2 0-2-15,0 2-1 0,2 1 1 16,1-1-1-16,1 3-1 0,1-2 0 0,-1 1-1 0,4 2 0 16,-3-2 1-16,0 5-1 0,1-1 0 15,0 1 0 1,-2 1 0-16,1 4 1 0,-1-1-1 0,-1 3 1 0,0 3-1 16,1 0 1-16,-3 2-1 0,0-1 2 15,-2 3-1-15,-1-1-1 0,-2 2 2 16,0-1-1-16,0 0 0 0,-2 0 0 15,-2 0 0-15,0-2 0 0,-2 0 1 16,-1-3-1-16,1-1 1 16,0-2-1-1,1 1 0-15,-1-2-1 0,1-3 2 16,1 1-1-16,1-2 1 0,2-1 0 16,0 0 2-16,1-2 2 0,0-2-1 15,0-3 0-15,1 0-3 0,2-2-2 16,1-1 1-16,2-2 0 0,0 0-1 15,-2-1 1-15,2-2-1 16,-1 1 0-16,2-3 1 0,1 1-1 16,0 0 0-16,-2-1 0 0,1 1 0 15,-1 2 0-15,0-1 0 0,0 2 0 16,-3 0 0-16,1 3 0 0,-2 0 1 16,-1 2-1-16,1 2 0 0,-2 2 0 15,0 0 1-15,0 4-1 0,0 0 0 16,-2 0 0-16,1 0 0 0,0 0-1 15,0 0 0-15,0 1 1 0,-1 5-1 16,1 5 0-16,-1 0 1 0,0 6 0 16,2 0 0-16,-3 3 0 0,3 0 0 15,0 0 0-15,0 1 0 0,3-2 0 16,0 0 0-16,1-1 1 0,2-3-1 16,0-1-1-16,2-3 1 0,0-1 1 15,2-3-1-15,0-1 0 0,0-3-1 16,2 0 0-16,-2-2-11 0,3-1-29 15,-1-4-43-15,-4 0-333 0</inkml:trace>
  <inkml:trace contextRef="#ctx0" brushRef="#br0" timeOffset="4951.66">12361 9140 1600 0,'0'0'92'0,"-9"-13"-85"0,1 5-4 16,1 0-2-16,-2-2 0 0,0 3 14 0,-1-1 3 0,-3 1-11 16,0 3 12-16,-3 0-5 0,1 1-6 15,-2 0-1-15,-2 2-1 0,0 0-3 16,-2 0 4-16,0 1 3 0,-1 0-3 16,-2 1-1-16,2 1-1 0,1 3-1 15,-1 1 0-15,0-1 0 16,2 2 1-16,-1 1 0 0,0 1 0 0,2 0-2 15,-1-1 1-15,1 4-1 0,2-2 0 32,-1 2-1-32,2 1 0 0,-1 1 1 15,3 1-1-15,1 2-1 0,-1 1 1 16,4 0 0-16,-1 1 0 0,1 1-1 16,2 0 1-16,1 2 0 0,-1-1-1 15,2 0 1-15,1-1-1 0,1 1-1 16,1 0 2-16,-1 0-1 0,4 0 2 15,-2 0-2-15,2-1 0 0,0 1 1 16,4-1-2-16,1 1 1 0,1-1 1 16,1 1-1-16,3-2 0 0,0 0 0 15,0 0 0-15,2-1 0 0,2 0-1 16,0-2 2-16,0-1-2 0,2 0 1 16,0-2-1-16,0 2 0 0,2-2 1 15,0-1 0-15,1 0-1 0,0-3 1 16,-1 2 0-16,3-4-1 0,-2 0 0 15,1-2 1-15,0 0-1 0,1-1 1 16,-1-2 0-16,2-1-1 0,0 1 1 16,-1-2-1-16,-1 2 0 0,-1-2 1 15,-1 0-1-15,0 0 0 0,0-4 1 16,-1 1-1-16,-2-1 0 0,2 1 0 16,0-2 1-16,-1-1-1 0,-2 1 1 15,2 0-1-15,-4-2 1 0,3 0-1 16,-2 0 1-16,1-4-1 0,0 3 1 15,-1-2 0-15,1-1 1 0,-1 0-1 16,-1-2 0-16,-3 1-1 0,1-4 2 16,-1 0-1-16,1 0 0 0,-4-3 1 15,2 1-2-15,-3 0 2 0,2 0-2 16,-3-1 1-16,0 0 1 0,0-2-1 16,-1 1 0-16,0-1 0 0,-1-1-1 15,0-2 1-15,-2-1 0 0,1 1-1 16,-1-1 2-16,0 2-2 0,0-2 0 15,-3 3 0-15,-2-1 0 0,-2 1 1 16,-1 1-1-16,-1-2 0 0,-4 1 1 16,-1 1-1-16,-4 1-1 0,-2 3 1 15,-4 4-1-15,-2 0-3 0,-10 5-4 16,-10 2-2-16,-12 5-6 0,-6 2-25 16,15 5-28-16,6-1-341 0</inkml:trace>
  <inkml:trace contextRef="#ctx0" brushRef="#br0" timeOffset="6772.18">16665 8883 1625 0,'0'0'64'0,"0"0"-56"0,0 0-3 0,0 0-3 16,0 0 3-16,14-29 9 0,-14 28 4 15,2-1-2-15,1 2-8 0,-3 0-4 16,3 2-2-16,-1 1 3 0,1 2 2 16,0 2-2-16,-1 1 2 0,1 3-1 15,-1-1-3-15,1 1 0 0,1-1 1 16,1 2-3-16,0-2 2 0,0 1 0 16,1-2-1-16,-1-2 3 0,4 1-1 15,-4-2 1-15,3-1-1 0,0-2 0 16,4 1 2-16,-4-3 0 0,0 1-1 15,3-2 1-15,-3 0 0 0,0-2-1 16,0-2-2-16,1 0-1 0,-1-1 1 16,-1-1-1-16,-1 2 0 15,0-3-1-15,-3-2 3 0,2 0-2 0,-2 0 0 16,2-2 1-16,-2 0-1 0,1 0 0 16,-1 1-2-16,0-1 2 0,-2 2 0 15,-1-2-1-15,0 2 0 0,0 2 2 16,0 0 0-16,0 0 0 0,0 2 0 15,0 1 0-15,-1-1-1 0,-2 1-1 16,1 2 2 0,-1 0-1-16,1-1-1 0,1 2 1 15,1 1-1-15,-2-1 0 0,2 1 0 16,-3 0-1-16,1 0 0 0,1 2 0 0,-1 3 1 0,-1-1-1 16,1 1 0-16,-1 2 0 15,-1-1 1-15,2 2-1 0,2 2 0 16,-1-2 1-16,-1 3 0 0,2 0 0 15,0 1 0-15,0 1 1 0,0 1-1 0,0-1 1 32,2 2 0-32,-1 1 0 0,1 3 0 15,2 2 0-15,-1 1-1 0,2 2 1 16,-2 3-1-16,2 1 1 0,-3 0-1 16,4 0-1-16,-1 0 1 0,-1 0 0 15,1 4-1-15,0-3 1 0,0 0-1 16,1 0 1-16,-2-2 0 0,1 0-1 15,-3-4 0-15,1-1 0 0,0 1 0 16,-1-4 0-16,-2-1 1 0,0-1-1 16,0 0 1-16,0-5-1 0,-2 1 0 15,-1-1 0-15,-2-1 1 0,0-1 0 16,-2-2 0-16,2 1 0 0,-3-4-1 16,0 1 1-16,-3-3 0 0,3-1-1 15,-3-2 0-15,-3 0 2 0,-2-5-2 16,-1-2 0-16,1-2 1 0,-3-3-1 15,4-3 1-15,0-2-1 0,4-4 1 16,2-2 0-16,2-5-1 0,4-2 1 16,3-10-1-16,3-8 1 0,11-9-1 15,2-5 0-15,6 5 0 0,2 6-1 16,-2 10 0-16,5 5-1 0,-5 10 1 16,-4 9 0-16,-3 6 0 0,-2 6 0 15,1 2-1-15,2 1 1 0,5 2-1 16,-3 0-1-16,-3 7-2 0,0 2 0 15,-2 3-12-15,0 2-14 0,-2 9-9 16,-1-4-27-16,-6-2-87 0</inkml:trace>
  <inkml:trace contextRef="#ctx0" brushRef="#br0" timeOffset="9672.2">16945 8703 1574 0,'0'0'171'0,"0"0"-169"15,0 0-2-15,-27-43 3 0,19 32-1 16,-1-3 9-16,-2 2-1 0,-2-1 0 15,2 4-4-15,-5-2 2 0,2 4-4 16,-5 2 2-16,-1 0-2 0,0 0-2 16,-3 4 2-16,-1 0-1 0,2 1-1 15,-2 2 1-15,-3 4 0 0,2 2-1 16,0-1-2-16,0 4 0 0,2 0 1 16,-2 3-1-16,3 3 1 0,-1 1 0 15,0 4 0-15,1 2 1 0,-2 1 1 16,1 2 5-16,4 2 0 0,-2 2-5 15,1 0 0-15,2 8 0 0,1-6 0 16,1 3 0-16,0 6-1 0,4 0 1 16,-4 10-1-16,3 3 0 0,5-6 0 15,3-4 0-15,5-5 2 0,0 1-1 16,0-1-1-16,5 2 0 0,3-3-1 16,0-1 1-16,1-5-2 0,-1-8 1 15,0-5 0-15,2-1 1 0,4 4-1 16,0 2 1-16,5 2-2 0,-1-1 1 15,-1-2 1-15,2-3-1 0,-2 0-1 16,2-2 2-16,-1 0-2 16,2-3 1-16,1 0 0 0,-2-1 0 0,1-3 0 15,2 1 0-15,-4-2-1 0,2-2 0 16,2-1 2-16,-1-1-2 16,1-2 1-16,3-3 0 0,4-1 1 0,-1-1-2 15,2 0 1-15,0-3 0 0,-2-2-1 16,0-2 0-16,2-1 1 0,-2-1 1 15,2-2 0-15,0-1 1 0,-1 0 2 16,-3-2 0-16,1 1-1 0,-2-3-1 16,-1 1 1-16,-3-3 0 0,1-1-2 15,-2 0 0-15,0-2 0 0,-2 0-2 16,-2-2 0-16,-2-1 3 0,-1-3-3 16,1 0 0-16,-3-1 0 0,-1 0 0 15,2-1 0-15,-4 0 0 0,0-1 1 16,0 2-1-16,0 1 0 0,-5 1 0 15,2-1 0-15,-2 0 1 0,-3-1-1 32,0 0 0-32,0 0 1 0,0-1-1 0,-5-4 0 0,-1 2 1 0,0-9-1 15,-7-4-1-15,0-5 1 0,-1-1 1 16,0 10-1 0,4 10 0-16,-5-3-1 15,-4-2 1-15,-2-2 0 0,-2 0 1 0,2 10-2 16,7 10 1-16,-5 0 0 0,-11-7 0 0,-8-2 0 0,-16-4 0 31,-4 5-3-31,-2 6-2 0,4 11 1 16,1 2-8-16,-2 6-13 0,2 9-8 15,12-1-19-15,8 2-95 0</inkml:trace>
  <inkml:trace contextRef="#ctx0" brushRef="#br0" timeOffset="16623.68">17106 6922 1052 0,'0'0'223'0,"0"0"-208"16,0 0-7-16,0 0-2 0,-16-1-4 16,13 1 13-16,0 0-1 0,1-1 1 15,2 1-5-15,-3 0 5 0,3 0-11 16,0 0-4-16,0 0-2 0,5 0 2 16,11 0 6-1,1 0-6-15,2 0-136 0</inkml:trace>
  <inkml:trace contextRef="#ctx0" brushRef="#br0" timeOffset="20254.83">20466 5850 1121 0,'0'0'78'0,"0"0"4"0,0 0-3 0,0 0 17 0,0 0 1 0,-10-32-56 0,6 27 4 16,-2-1-15-1,3 1-6-15,-2-2-4 0,-1 1-7 0,1 3-5 0,0-1 1 32,-1 3-1-32,2-1 1 0,0 2-4 15,1-2-1-15,-3 0 2 0,3 1-4 16,-2-1 1-16,0 0 1 0,-1 0-2 15,0 1 1-15,-2 1-1 0,0 0-1 16,0 0-1-16,-3 0 2 0,4 1-2 16,-3 2 2-16,1-1-2 0,-1 0 1 15,0 0 0-15,-1 0 1 0,-2 0-1 16,1 3 0-16,-2 0-1 0,1 0 2 16,-1 2-2-16,1 1 0 0,0-1 1 15,-1 0-1-15,2 2 0 0,0 0 2 16,1-2-1-16,0 2 1 0,1-1-2 15,1 2 2-15,0-2-1 0,0 0 1 16,1 3 1-16,1-2-2 0,1 0 1 16,-1 3-1-16,0-1 1 0,1 0 0 15,0 2 0-15,-1-1-1 0,1 2 1 16,1-3 1-16,0 3 2 0,0-1 1 16,1 1-2-16,1 2-1 0,0-1-1 15,0 0 1-15,2 0-1 0,-2 0 0 16,1 0-1-16,1-1 2 0,1 0-2 15,0 1-1-15,0-1 2 0,0 1-2 16,1 1 1-16,0-2 1 0,1 0-1 16,1-3 0-16,1 2 1 0,-1-3-1 15,1 1 0-15,0-3 1 0,2 4 0 16,0-3-1-16,0 2 1 0,0-3-1 16,0 2 0-16,-1-1 0 0,1-2 1 15,1 1-1 1,-1-2 0-16,0 1 0 0,0 0-1 15,1-1 2-15,1-1-1 0,-2 1-1 0,0-2 2 0,0 1-2 16,2 0 2-16,-1-1-1 0,0-1 0 16,1 1 1-16,-1-1-1 0,2 0 0 15,-2-1 0-15,1 0 0 0,1-2 0 16,0 1 0-16,-1 0-1 16,0-1 1-16,1 0-1 0,-1 0 1 15,-1 0 0-15,2 0 0 0,0 0-1 0,-2 0 1 16,1 0-1-16,-1 0 1 0,2-2-2 15,-1 2 2-15,1-1-1 0,1-1 1 16,-2-2-1-16,1 3 0 0,-1-2 1 16,1-1-1-16,1 0 0 0,-1 1 0 15,2-2 1-15,-1 3-1 0,0-2 0 16,2 1 1-16,-2 0-1 0,-1-1 0 16,4-1 1-16,-3 1-1 0,-1-1 0 15,1-2 1-15,-1 2 0 0,-1 2 0 16,1-1-1-16,-2 1 1 0,1-1 0 15,-2 0-1-15,1-2 0 0,1-1 1 32,-2 1 0-32,0 0 1 0,1 0-1 0,1 3 0 0,-2-3 0 0,0 0 0 15,0-1 0-15,-1-1 0 0,-1 2 1 16,4-1 0-16,-4 1 1 0,0 2-1 16,0-2 2-16,0-1 0 0,0 0-2 31,-2 0 1-31,3-1-1 0,-2 2 1 15,-1-1-1-15,1 0 0 0,-1-2 0 16,0 0 0-16,0 0-1 0,0 2 0 16,-1-2 0-16,3-1-1 0,-2 2 2 15,-1 0-2-15,0-1 1 0,2-1 0 16,-1 0-1-16,0 1 1 0,1-1-1 16,-2 2 1-16,2-2-1 0,-1 0 0 15,-1 0 0-15,0-1 0 16,-1 2 0-16,1-2 1 0,0 1-1 0,-1 0 1 15,1 0-1-15,0-1 0 16,-1 1 0-16,2-1 0 0,-2 2 0 0,0 0 0 16,0 1 0-16,0-3 0 0,-2 3 1 15,2-4-1-15,-2 4 0 0,-1-3 0 16,-1 0 0-16,0 1-1 0,-2-1 0 16,-3 1 0-16,1-1 1 0,-3 0-1 15,-4 1-2-15,-1-3-4 0,-3 3-7 16,-15-4-15-16,4 3-28 0,2-2-131 15</inkml:trace>
  <inkml:trace contextRef="#ctx0" brushRef="#br0" timeOffset="36831.93">21074 8815 1613 0,'0'0'11'0,"0"0"-4"0,0 0-3 0,0 0 6 16,-31-2 7-16,26 2 7 0,1 0-2 16,0 0-5-16,1 0-1 0,1 0 3 15,0 0-2-15,2 0-9 0,0 0-2 16,0 0-3-16,0 0-2 0,0 0 1 16,0 0-1-16,0 0 1 0,4 0 3 31,2 0-2-31,2 1 3 0,6-1 0 0,3 0-3 0,3 0 1 0,5-1-2 15,6-4-1-15,10 1 0 0,10-3 1 16,3 0-1-16,1-1 0 0,0 0-1 16,1 1 3-16,3 1-1 0,5-5 1 15,2 3-2-15,5-1 2 16,3-2-1-16,4 2 1 0,4-3 0 16,5 2 1-1,6-3-1-15,5 0 2 0,3-1 0 0,3 1-1 0,1 0-2 16,3 3-1-16,4-1-1 0,3 1 3 0,1-2-2 15,0 2 0 1,2 1-1-16,3 0 1 16,0 1-1-16,2 0 1 0,2-3-1 0,1 3 0 15,3 0 1-15,3 0 0 16,-1 1 0-16,2-2 0 0,1 1-1 16,-1 1 0-16,4 0 2 0,1 0 0 0,0-1 0 0,4 1-1 15,-2-1 4-15,2 1-2 0,0 1 0 16,1-1 0-16,1 0-1 0,1 0 3 15,0 0-2-15,2 2 0 0,0-1 1 16,0 1 0 0,0-1-1-16,0 2-1 0,1 0-2 0,1-1 3 0,1 3-3 15,0 1 1-15,-3-1 0 0,2 1-1 16,-3 1 0-16,-4 1 0 0,-3-1 0 31,-3 0 0-31,-5-1 0 0,-1 2 0 16,-4-1 0-16,-2 0 1 0,-6 0-1 15,-3 1 0-15,-1-1 0 0,-3 1 0 16,-7 0 0-16,-1 0 0 0,-9 0 0 16,-3 1 0-16,-3 0 0 0,-7-2 2 15,-4 1-2-15,-4-1 0 0,-10 0 0 16,-4 0 0-16,-7 0 0 0,-5 0 0 16,-4 0 1-16,-5 0 3 0,-8-1 2 15,-7 1 2-15,-7-1-3 0,0 1-2 16,-2 0 1-16,3 0-1 15,-2 0-1-15,-3 1-2 0,-4 1 0 0,-3 3 0 16,-11 1-7-16,-5-2-37 0,-5-1-154 16</inkml:trace>
  <inkml:trace contextRef="#ctx0" brushRef="#br0" timeOffset="39972.46">19926 8561 1468 0,'0'0'81'16,"0"0"-36"-16,0 0 0 0,0 0 7 15,-3-6-24-15,2 4 4 16,0 0-9-16,1-2-5 0,-2 3-5 15,1-1-3-15,0-2-2 0,-1 3 0 16,2-2-2-16,-1-1 1 0,0 3-1 0,1-2 0 16,0 2 1-16,-1 1 1 0,0 0-2 15,1-1 0-15,-2 1 0 0,2-1-2 16,-1 1 0-16,1 0-1 0,0 0 0 16,0 0-1-16,0 0 1 0,0 0-1 15,0 0 1-15,0 0-1 0,0 0 1 16,0 0 0-16,0 0-2 0,0 0 0 15,0 0 1-15,0 0-2 16,0 0 0-16,0 0 0 0,0 3 1 0,0 2-1 16,0 3 0-16,0 0 1 0,0 2-1 15,0-1 1-15,0 4-1 0,0 1 2 16,0 1-1-16,1 3 0 0,2 1 1 16,-1 1-1-16,-1 3 0 0,1 0 0 15,0-1-1-15,-1 0 0 16,0 2 0-16,0-1 1 15,0-1-1-15,-1 1 0 16,0 0 1-16,0 0-1 0,0-1 0 16,0 0 0-16,0-1 0 0,2 0 0 15,-1-1 0-15,-1 0 0 0,0 1 1 16,0 0-1-16,1-1 1 0,0-2-1 16,-1 2-1-16,0-2 1 0,2-1 1 15,-2 1-1-15,0-2 0 0,0 0 0 16,0 2 1-16,0-3-1 0,0-1 1 15,0-1-1-15,0-2 1 0,0 0-1 16,0-2 1-16,0-2-1 0,0 2 1 16,1-4 1-16,-2 0-2 0,1-2 0 15,0 1 1-15,0-3-1 0,0 0 0 16,0 0 0-16,0-1 0 0,0 2 0 16,0-2 1-16,0 0-1 0,0 0-2 15,-2-6-18-15,0 1-36 0,-1-2-66 0</inkml:trace>
  <inkml:trace contextRef="#ctx0" brushRef="#br0" timeOffset="40674.31">19825 8557 1555 0,'0'-3'25'0,"2"2"-8"0,0-4 6 0,-1 3 15 16,0-2 0-16,-1 2-5 0,1 1-13 16,-1 0-2-1,0 1-6-15,0 0-5 0,0 0-2 0,0 0-4 0,-1 0-1 31,-2 2 5-31,-1 4-3 0,0 1-2 16,-3 1 2-16,1 3-1 0,0 0-1 16,-1 2 2-16,-3 1-1 0,2 0-1 15,-1 1 1-15,1 2 0 0,-3-3 0 16,3 0-1-16,-1-3 0 0,-1 1 1 16,4-2-1-16,-1 1 0 0,2-3 1 15,-1-1-1-15,0 0 1 0,3-2-1 16,1-2 0-16,-1 0 0 0,2 0 0 15,0-3 1-15,0 1-1 0,0 1 1 16,1-2-1-16,0 0 1 0,0 0-1 16,0 0 0-16,0 0-2 0,3-2-13 15,1 1-44-15,-2-2-334 0</inkml:trace>
  <inkml:trace contextRef="#ctx0" brushRef="#br0" timeOffset="41455.36">19865 8565 1604 0,'0'0'17'0,"0"0"-8"0,0 0 11 0,0 0 13 15,-3-11 4-15,2 10-7 0,1-1-8 16,0 1-2-16,0 0-9 0,0 0 1 15,0 1-1 1,0-1-3-16,0 1-1 0,0 0-2 16,0 0 0-16,0 0-1 0,0 0-3 15,0 0-1-15,1 0 1 0,0 0 0 0,3 4 0 0,0-2-1 16,0-1 0-16,3 5 1 0,-2-3-1 16,1 2 1-16,3 2-1 0,1 1 0 15,0 2 1-15,1 0 0 0,1 2-1 16,-1 1 0-16,1 1 0 0,1 2 0 15,-1-2 0-15,0 3 0 16,-1-1 1-16,-1 0-1 0,-1-1 1 0,1-1-2 16,-2-1 2-16,-1-2-1 0,0-1 0 15,1-2-1-15,-3-1 1 0,0-1 0 16,0-1 1-16,-1-2-1 0,0 1 0 16,-1-3 1-16,-1 0-1 0,1-1 1 15,-2 0 1-15,0 0 0 0,1 0 4 16,0 0 0-16,-1 0 1 0,0 0-1 31,0 0-1-31,0 0 0 0,-1 0-1 16,0 0-1-16,0 0-1 0,0 0 0 15,2 0 1-15,-2 0-2 0,0 0 0 16,0 0 1-16,0 0-1 0,0 0 1 16,0 0-1-16,0 0 1 0,0 0-2 15,0 0 2-15,0 0-1 0,0 0 0 16,0 0 0-16,0 0 0 0,0 0 0 15,0 0 1-15,0 0-2 0,0 0 1 16,0 0-1-16,0 0 0 0,-6 0-7 16,-1 0-54-16,-4 0-1374 0</inkml:trace>
  <inkml:trace contextRef="#ctx0" brushRef="#br0" timeOffset="43274.82">21103 8504 1255 0,'-4'0'20'0,"0"0"-8"0,-1 0-6 16,-1 0 29-16,-1 0 23 0,1 0 0 15,-1-1-1-15,1 1 3 0,1-2-16 16,-2 2-16-16,2-1-7 16,1 1-6-16,0 0-3 0,1 0 0 0,1 0-3 15,1 0 2-15,-1 0 0 0,2 0-2 16,0 0-1-16,0 0 1 15,0 0 0-15,0 0 0 0,1 0 1 0,3 0-4 16,1 0-2-16,4-1 0 16,3 1 0-16,1 0-2 0,3-1 0 15,2 0 0-15,3 1 0 0,2-1-1 16,0 0 2-16,4-1-2 0,0 0 1 0,1 0 0 16,1-1 1-16,-1 1-1 15,1 0 1-15,1-1-2 0,-2 0 1 0,0 1 2 16,-1-2-1-16,-2 2-1 0,0-1 2 15,-2 2 0-15,-1 0-1 0,-4 1 1 16,0-2-1-16,-4 1 0 0,-2-1 1 16,-2 1-2-16,-4 0 1 0,0 1 1 15,-2-1-2-15,0 0-1 0,-3 1 2 16,1 0-2-16,-2 0 1 0,1-1-1 16,-1 1 0-16,0 0 1 0,0 0-2 15,0 0 0-15,0-1 0 0,0 1 0 16,-1 0-5-16,-1 0-14 15,-1 0-16-15,-5 1-22 0,1 1-71 0,0-1-1343 16</inkml:trace>
  <inkml:trace contextRef="#ctx0" brushRef="#br0" timeOffset="44842.55">21087 8554 1373 0,'0'0'46'0,"0"0"-40"0,-4 3-1 15,1-2 2 1,2-1 7-16,-1 1 24 0,2-1 14 0,0 0-1 0,0 1-22 16,0-1 3-16,0 0-11 0,1 0-7 31,1 0 0-31,4 0 11 0,1 0 5 15,1 0-12-15,4 0-7 0,1 0-4 16,2 0-3-16,4 0 1 0,1 0-2 16,0-2 0-16,3 0 1 0,2 0-2 15,-2 1 1-15,3-2 0 0,-1 0 0 16,2 1 1-16,1-2-2 0,-1 1 1 16,1-2 0-16,-3 3 1 0,-2-1 0 15,-1 1 0-15,-1 1-1 0,-2 0 1 16,1-2 1-16,-1 2-3 0,-4-1 1 15,-1 2-1-15,-4-1-1 0,-2 0 1 16,0 0 0-16,-2 0 0 0,-1 1 0 16,-1-1-1-16,-1 1 2 0,0 0-3 15,0 0 1-15,-1 0 1 0,0 0-2 16,2 0 1-16,-1 0 1 0,0 0-2 16,-1 0 1-16,1 0 1 0,-2-1-2 15,0 1 1-15,0 0 1 0,-1 0 0 16,1 0 0-16,-1 0 0 0,0 0 1 15,0 0 1-15,0 0-1 0,0 0 0 16,0 0-1-16,0 0 1 0,0 0 0 16,0 0-2-16,0 0 1 0,0 0-1 15,0 0-1-15,0 0 1 0,0-1 0 16,0 1-1-16,0 0 1 0,0 0-1 16,0 0 1-16,0 0-1 0,0 0 0 15,0 0 0-15,0 0 0 0,0 0 1 16,0 0-1-16,0 0 0 0,0 0 0 15,0 0 0-15,0 0 0 0,0 0 1 16,0 0-1-16,0 0 0 0,0 0 0 16,0 0 0-16,0 0 0 15,0 0 0-15,0 0 0 0,0 0 1 16,0 0-1-16,0 0 0 0,0 0 0 0,0 0 0 16,0 0 0-16,0 0 0 0,0 0 0 15,0 0 0-15,0 0 1 0,0 0-1 16,0 0 0-16,0 0 0 0,0 0 1 15,0 0-1-15,0 0 0 0,0 0 0 16,0 0 0 0,0 0 1-16,0 0-1 0,0 0 1 0,0 0 0 0,0 0 0 15,0 0-1-15,0 0 0 0,0 0 2 16,0 0-2-16,0 0 1 0,0 0 0 16,0 0 0-16,0 0-1 0,0 0 2 15,0 0-1-15,0 0-1 0,0 0 2 31,0 0-1-31,0 0 0 0,0 0 0 0,0 0-1 0,0 0 1 0,0 0 0 32,0 0 0-32,0 0-1 0,0 0 0 15,0 0 1-15,0 0-1 0,0 0 0 16,0 0 0-16,0 0 1 0,0 0-1 16,0 0 0-16,0 0 1 0,0 0-1 15,0 0 0-15,0 0 1 0,0 0 0 16,0 0-1-16,0 0 2 0,0 0-1 15,0 0 1-15,0 0-1 0,0 0 0 16,0 0 1-16,0 0-1 0,0 0 0 16,0 0 0-16,0 0-1 0,0 0 1 15,0 0 0-15,0 0-1 0,0 0 0 16,0 0 1-16,0 0-1 0,0 0 1 16,0 0-1-16,0 0 0 0,0 0 0 15,0 0 0-15,0 0 0 0,0 0 0 16,0 0 0-16,0 0 0 0,0 0 0 15,0 0 0-15,0 0 0 0,0 0 0 16,0 0 0-16,0 0 0 0,0 0 1 16,0 0-1-16,0 0 0 0,0 0-1 15,0 0 1-15,0 0 1 0,0 0-1 16,0 0 0-16,0 0 0 0,0 0 0 16,0 0 0-16,0 0 0 0,0 0 0 15,0 0 1-15,0 0-2 0,0 0 2 16,0 0-1-16,0 0 0 0,0 0 0 15,0 0 0-15,0 0 0 0,0 0 1 16,0 0-1-16,0 0 0 16,0 0 0-16,0 0 0 0,0 0 0 0,0 0 0 15,0 0 0-15,0 0 0 0,0 0 0 16,0 0 1-16,0 0-1 0,0 0-1 16,0 0 1-16,0 0 0 0,0 0 0 15,0 0 1-15,0 0-1 0,0 0 0 16,0 0 0-1,0 0 0-15,0 0 0 0,0 0 0 16,0 0 0-16,0 0 0 0,0 0 0 0,0 0 0 0,0 0 1 16,0 0-1-16,0 0 0 0,0 0 0 15,0 0 0-15,0 0 0 0,0 0 0 16,0 0 0-16,0 0-2 0,0 0-6 16,2-1-17-16,0-3-29 0,2 1-70 0</inkml:trace>
  <inkml:trace contextRef="#ctx0" brushRef="#br0" timeOffset="47048.89">24117 8120 1132 0,'-4'0'44'0,"1"-1"18"0,0 0-2 0,-1-1 34 16,-1-1 15-16,2 1-43 0,0-2-28 16,0 2-9-16,-1-1-1 0,1 1-8 15,0 1-2-15,0 1-5 16,1-1-5-16,-1 1 0 0,-1-1 0 0,-1 1-1 16,2 0 0-16,-1 0 2 15,0 0-3-15,0 0-1 0,1 0 0 16,-2-1 2-1,0 1-1-15,0 0 1 0,0 0-2 16,0 0-1-16,0 0 3 0,2 0 1 16,-1 0-1-16,0-1 0 0,3 1 1 15,-1 0-3-15,1 0 0 0,0 0 0 16,0 0 0-16,1 0-1 0,0 0-1 16,0 0 1-16,0 0 2 0,0 0-1 15,0 0-1-15,2 0 1 0,-1 0-2 16,1 0 1-16,1 0 0 0,3 0-2 15,1 0 0-15,2 0 1 0,2 0-2 16,0 0 1-16,1-2-1 0,3 2 1 16,0 0-1-16,3 0-1 0,0 0 2 15,2 0-1-15,1 0 1 0,1 0-2 16,0-1 0-16,0 1 2 0,1-1-2 16,0 0 1-16,2 1-1 0,0-1 1 15,2 0-1-15,0 1 1 0,0 0-1 16,1-2 2-16,-2 2-2 0,2 0 0 15,0-1 0-15,-1 1 1 0,2 0-1 16,0 0 1-16,-2 0-1 0,1 0 1 16,0 1 0-16,-4 1 0 0,1 0 0 15,-1-1 0-15,0 0-1 0,-2-1 1 16,-1 1-1-16,0 1 0 0,-1-2 1 16,0 1-1-16,1 0 1 0,0-1 0 15,0 1-1-15,-1 0 0 0,1-1 0 16,-3 0 1-16,1 0-1 0,-1 0 1 15,0 0 1-15,0-1-2 16,0 0 2-16,-1-1-1 0,0 0 0 16,1 1 0-16,-4 0 2 0,2-2-2 0,-3 1 1 15,-1 1 0-15,-2-1 0 0,0 0-1 16,0 0 2-16,-2 1-2 0,-2 1 1 16,0 0-1-16,-1 0 1 0,0 0-2 15,-2 0 0-15,0 0 1 0,-1-1 0 16,-1 1-1-16,0-1 1 0,0 1-1 15,-1 0 0-15,1 0 0 0,0 0 0 16,-1 0 1-16,0 0-1 16,0 0 0-16,1 0 0 0,-1 0 1 0,1 0-1 15,0 0 0-15,-1 0 1 0,1 0-1 16,0 0 0-16,0 0 1 0,-1 0-1 16,2 0 0-16,-1-1 0 0,1 1 1 31,-2 0-1-31,1 0 0 0,0 0 0 15,-1 0 1-15,0 0-1 0,1 0 0 0,-1 0 0 0,0 0 0 0,1-1 1 16,0 1-1-16,-1 0 0 0,0 0 1 16,2 0-1-16,-1-2 1 0,0 2-1 31,-1 0 1-31,0 0-1 0,1-1 1 16,-1 1 0-16,1 0 1 0,-1 0-2 15,1 0 0-15,-1-1 1 0,1 1 0 16,-1 0-1-16,0-1 1 0,0 0 0 15,0 0 0-15,0 1 0 0,1 0-1 16,-1 0 1-16,0 0 0 0,0 0 0 16,0 0-1-16,0 0 0 0,1 0 1 15,-1 0-1-15,1 0 1 0,-1 0-1 16,0 0 1-16,0 0-1 0,0-2 0 16,0 2 0-16,0 0 1 0,0 0-1 15,0 0 0-15,0 0 0 0,0 0 0 16,0 0 1-16,0 0-1 0,0 0 1 15,0 0-1-15,0 0 0 0,0 0 0 16,0 0 0-16,0 0 0 0,0 0 0 16,0 0 1-16,0 0-1 0,0 0 0 15,0 0 0-15,0 0 0 16,0 0 0-16,0 0 0 0,0 0 1 0,0 0-1 16,0 0 0-16,0 0 0 0,0 0 0 15,0 0 1-15,0 0-1 0,0 0 0 16,0 0 0-16,0 0 1 0,0 0-1 15,0 0 1-15,0 0 0 0,0 0-1 16,0 0 1-16,0 0 0 0,0 0-1 16,0 0 1-16,0 0 0 0,0 0-1 15,0 0 0-15,0 0 0 0,0 0 2 16,0 0-2-16,0 0 0 0,0 0 0 16,0 0 1-16,0 0-1 0,0 0 1 15,0 0 0 1,0 0-1-16,0 0 1 0,0 0 0 0,0 0 0 0,0 0-1 15,0 0 0 1,0 0 0-16,0 0 1 0,0 0-1 16,0 0 1-16,0 0-1 0,0 0 0 0,0 0 0 0,0 0 0 15,0 0 1-15,0 0-1 16,0 0 0-16,0 0 0 0,0 0 0 16,0 0 1-16,0 0-1 0,0 0 0 0,0 0 0 15,0 0 0-15,0 0 0 16,0 0 0-16,0 0 1 0,0 0-1 0,0 0 0 15,0 0 1-15,0 0 0 0,0 0-1 16,0-1 0-16,1 1 1 0,0-2-1 16,0 0 0-16,0 2 0 0,-1-2 0 31,0 2 1-31,0 0-1 0,1 0 0 16,0 0 0-16,-1 0 0 0,0 0 0 15,0 0 0-15,0 0-1 0,0-1 1 16,0 1 0-16,0 0 0 0,0 0 0 15,0 0 0-15,0 0-1 0,0 0-2 16,0 0-7-16,-1 0-4 0,0 3-7 16,0 1-1-16,-1 1-10 0,1 1-13 15,1 0-30-15,0-2-109 0</inkml:trace>
  <inkml:trace contextRef="#ctx0" brushRef="#br0" timeOffset="48824.36">27571 8167 1582 0,'-5'0'8'0,"-1"0"-8"0,-1 0 12 0,-1 0 20 0,0-2 0 16,2 1-1-16,1-1-8 0,0 0-2 16,0-1 0-16,2 0-4 0,1 0 0 15,1 2-6-15,1 0 2 0,0 1-1 16,0 0-5-16,0 0 1 0,1 0-1 16,2 0-1-16,3 0-2 0,1-1 2 15,3 1-1-15,2 0-1 0,1 0 1 16,3 0-2-16,2 1-1 0,1 1-1 15,0 1 0-15,3-1 1 0,0 0-1 16,1-2 2-16,2 0-1 0,1 0 0 16,1 0 1-16,1 2-2 0,2-2 2 15,5 1-1-15,8-1-1 0,9 1 2 16,0 0-2-16,-2-1-1 0,-2 0 2 16,-7 0-1-16,0 0 0 0,0 0 0 15,-1 0 0-15,2 0 0 0,-3 0 0 16,-1 0 1-16,-1 0-1 0,2 0-1 15,-2 0 1-15,-1 0 2 0,1 0-2 16,-2-1 1-16,-1 0 1 0,-5 1-1 16,-4 0-1-16,-6-1 1 0,-2-1 0 15,5 0-2-15,2 1 1 16,-1 0 1-16,0 0-2 0,-4-1 1 0,0 1 0 16,-3 0 1-16,-2 0-1 0,-2 0 0 15,-2 1-1-15,0-1 2 0,-3 1-1 16,-1-1-1-16,-1 0 1 0,0 1 0 15,-1-1 1-15,0 1-2 0,-1-1 1 16,0 1 0-16,-1 0-1 0,-1 0 0 16,1 0 1-16,-2 0 0 0,2 0-1 15,-2 0 1-15,1 0 0 0,-1 0 0 16,0 0-1-16,0 0 1 0,0 0 0 16,2 0-1-16,-2 0 1 0,0 0 0 15,0 0-1-15,0 0 1 0,0 0-1 16,0 0 0-16,0 0 0 0,0 0 0 31,0 0 0-31,1 0 0 0,-1 0 1 16,0 0-1-16,0 0 0 0,0 0 0 15,1 0 0-15,-1 0 0 0,0 0 0 16,0 0 0-16,0 0 0 0,0 0 1 16,0 0-1-16,0 0 0 0,0 0 0 15,0 0 0-15,0 0 0 0,0 0 0 16,0 0 0-16,0 0 0 0,0 0 0 15,0 0 0-15,0 0 1 0,0 0-1 16,0 0 0-16,0 0 1 0,0 0-1 16,0 0 0-16,0 0 0 0,0 0 0 15,0 0 0-15,0 0 0 0,0 0 0 16,0 0 0-16,0 0 0 0,0 0 0 16,0 0 0-16,0 0 0 0,0 0 0 15,0 0 0-15,0 0 0 0,0 0 0 16,0 0 0-16,0 0 0 0,0 0 0 15,0 0 0-15,0 0 0 0,0 0 1 16,0 0-1-16,0 0 0 0,0 0 0 16,0 0 0-16,0 0 0 0,0 0 0 15,0 0 0-15,0 0 0 0,0 0 0 16,0 0 0-16,0 0 0 0,0 0 0 16,0 0 1-16,0 0-1 0,1 0 0 15,1 0-1-15,-1 0 2 0,1 1-2 16,-1 1 1-16,0-1 0 0,0-1 0 15,-1 1 0-15,2-1 0 0,-2 2 0 16,1 0 0-16,-1 0 0 0,1 0 0 16,-1 0 1-16,0-1-1 0,2 1 0 15,-2-1 0-15,0-1-1 0,0 0 1 16,0 0 0-16,0 1 0 0,0-1 1 16,1 1-1-16,0-1 0 0,-1 0 0 15,1 1 0-15,1 0 0 0,-1 1 0 16,1-2 0-16,1 0 0 0,-1 0 0 15,1 0 0 1,0 0 0-16,-1 1 0 0,0-1-1 0,0 1-3 0,0 0-6 16,-1 1-4-1,-1 0-4-15,2-1-4 0,-2 0-10 0,0 0-7 16,0 1-11-16,0 0-51 0,0-1-445 16</inkml:trace>
  <inkml:trace contextRef="#ctx0" brushRef="#br0" timeOffset="50311.9">24648 8216 82 0,'0'0'838'16,"0"0"-724"-16,0 0-50 0,0 0 24 16,0 0 22-16,0-2-14 0,0 2-20 15,0 0-22-15,0-2 3 0,1 1-24 16,0 0-9-16,-1 0 6 0,1-1-3 16,0 2-3-16,1-1-5 15,-2 1-1-15,0-1-3 0,0 0 1 0,0 1-8 16,0-1-2-16,0 1 2 0,0 0 2 15,0 0-4-15,0 0-2 0,0 0-1 16,0 0-1-16,0 0 0 0,0 0 0 16,0 0-1-16,0 0-1 0,-2 1 0 15,1 5 2-15,-2 2 0 0,-1 6 3 16,0 4-1-16,-3 4 0 0,-1 4 0 16,-1 4 0-16,-2 7 0 0,0 12 2 15,-5 7 4-15,2 3-3 0,0-2-1 16,4-8 0-16,-1-5-2 0,2-2-1 15,-1-2 0-15,2-2 0 0,-1 1 0 16,3-9 1-16,0-4-1 0,2-5 1 16,-1 0-2-16,-1 1 0 0,-1 3 1 15,0 3 0-15,-1-1 0 0,0-2-2 16,1-2 1-16,0-2 2 0,0-3-2 16,1-1-2-16,1-2 2 0,0-3 0 15,2 0-1-15,1-4 0 0,1-2-1 16,0-1 2-16,1-1-1 0,0-2-1 15,0 0 0 1,0-2 2-16,0 0-2 0,0 0 1 0,0 0 0 0,0-2-1 31,1-1-6-31,1-4-9 0,1-7-16 16,0 1-27-16,-1 0-85 0</inkml:trace>
  <inkml:trace contextRef="#ctx0" brushRef="#br0" timeOffset="50968.18">24615 8254 1681 0,'0'0'10'0,"2"-4"-6"0,-1 1-1 16,-1 1 3-16,0 0 8 0,0 1 18 16,0 1 8-16,-1 0-20 0,-1 0-16 15,-3 4-3-15,0 2-1 0,-1 2 0 16,-4 6 2-16,2-1 1 0,-1 2-1 16,0 1 1-16,-2-1 0 0,2 0-3 15,1-4 2-15,-2 1-1 0,3-2 0 16,0-1 0-16,2-4-1 0,1 0 1 15,2-1-1-15,0-2 1 0,0-2-1 16,2 0 2-16,0 0 1 0,0 0 7 16,1-5 6-16,0 1-12 0,1-3-1 15,0-4-2-15,1 1-1 0,1-4 1 16,0 0-1-16,1-3 1 0,1 1-1 16,-1 0 1-16,3 0-1 0,-1 1 1 15,-1 4-1-15,1-1 1 0,0 3 0 16,-1 2 1-16,-1 2 1 0,1 2 1 15,-1 0-2-15,3 3 1 0,-1 0-2 16,1 0 1-16,1 5-1 0,1 1 1 16,0 3-2-16,0 2 1 0,2 1-1 31,-2 4 0-31,0 0 1 0,2-1-1 16,-3 3-1-16,1-1-9 0,3 4-29 15,-3-6-27-15,-1-2-269 0</inkml:trace>
  <inkml:trace contextRef="#ctx0" brushRef="#br0" timeOffset="51878.86">28125 8197 1235 0,'0'0'12'0,"0"0"-6"0,0 0-6 0,0 0 2 15,37-5 10-15,-30 2 42 0,-1-3 65 16,-1 2-4-16,0 0-39 0,-1-3-30 16,0 0-15-16,0-1-5 0,1-1-5 15,-3 2-6-15,1 0 0 0,-1 1-1 16,-1 2-4-16,0-2 4 0,-1 3-5 16,1-1 1-16,-1 3-3 0,0 1-1 15,0 0-1-15,0 0-3 0,0 0-2 16,0 0 0-16,0 5 0 0,0 4 0 15,-1 3 1-15,-1 4 2 0,-2 5 0 16,0 6 0-16,-4 9 3 0,0 12 1 31,0 8 0-31,0 5-2 0,0-3 0 16,4-2-2-16,0-6 1 0,1-1-1 16,0 1 1-16,0-4-2 0,0-1-1 15,1-2 1-15,0-1 0 0,1-2 0 16,1-2 0-16,0-4 0 0,-1-6-2 15,0-5 1-15,-1-6 0 0,0 0-1 16,0 1 0-16,-1 2 1 0,0 2 0 16,0-3-1-16,1-3 0 0,-2-2 1 15,1-1-1-15,0-1 0 0,0-4 1 16,-1-1-1-16,1-3 0 0,1 0 0 16,2-2 2-16,-2 0-2 0,1-2 0 15,1 0-1-15,-2 0 1 0,2-4-11 16,0-1-7-16,-3-5-12 0,1-1-21 15,1 2-67-15</inkml:trace>
  <inkml:trace contextRef="#ctx0" brushRef="#br0" timeOffset="52312.17">28190 8142 1753 0,'0'0'5'0,"0"0"-2"0,0 0-3 0,-2-6 3 16,1 6 0-16,0-1 1 15,0 1 0-15,-1 0-2 0,1 0 1 0,0 0-1 16,0 0-2-16,1 0 1 0,-1 0 0 16,1 0-1-16,0 0 2 0,0 1 4 15,1-1 0-15,0 0-1 0,1 0-2 16,0 0-3-16,1 0 1 0,1 2 0 15,1 0 0-15,-1 4 0 0,0 1 1 32,1 0-2-32,0 0 1 0,-1 1-1 15,0 0 0-15,2 5-3 0,-3-5-46 16,0-1-105-16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617.08099" units="1/cm"/>
          <inkml:channelProperty channel="Y" name="resolution" value="1090.7789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8-20T09:37:26.0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12675 6047 1818 0,'0'0'3'0,"0"0"-1"0,0 0 9 16,1-20-8-16,2 18-1 0,2 1-2 15,1-3 0-15,3 2 0 16,4 2 0-16,-2-1 0 0,4 0 1 16,2 1-1-16,2 0 0 0,2 1 0 15,5 0 0-15,7 2 0 0,11 0 0 16,11 0-1-16,7 1 1 16,3-3-2-16,0 1-1 0,-1 2 3 0,5-3 0 0,5 3-1 15,5-1 1-15,3 1 0 0,1 0 0 16,7 1 0-16,7-3 0 15,1 1-1-15,6 0 1 0,2 0 0 16,-5 2 0-16,1 2 0 0,-4-1 0 0,-3 0 0 16,-2-3 1-16,-6 2-1 0,-7-3 0 15,-7 4 1-15,-7-1-1 0,-7 0 2 16,-7-1 1 0,-8 0 0-16,-12-1-1 0,-9-3 0 15,-10 1 0-15,-5-1-2 0,0 3 1 16,-2-2-1-16,-1 1 1 0,-1 1-1 0,-2 1 0 0,-5 1-2 15,-21 5-20-15,-1 2-52 16,-5-3-215-16</inkml:trace>
  <inkml:trace contextRef="#ctx0" brushRef="#br0" timeOffset="973.99">4626 7077 1823 0,'0'0'2'0,"0"0"-2"16,0 0-1-16,0 0 0 0,49-18 1 15,-31 13 0-15,4 3 0 0,2 0 0 16,3 1 0-16,6-1 0 0,9 2 0 15,12 0-4-15,4 0-4 0,2-1 0 16,0 0 1-16,-2-2 4 0,3 0 0 16,4 0 2-1,2 1-1-15,5-4 2 0,4 0-1 0,3-1 1 0,7 2 0 16,4-1 0-16,3 1 0 0,3-2 0 16,2 0 0-16,4 0 0 0,2 0 1 15,3 4 2-15,0 0-1 16,1 2-2-16,2 0 1 0,4 1 1 0,1-1-1 15,3 1 1-15,0 0 1 16,1 0-2-16,5 2-1 0,3-1 0 0,3-1 2 16,1 0-1-16,1 0 0 0,2 0-1 15,2 0 1-15,0 0-1 0,2-1 0 16,-1-2 0-16,0 2 0 0,3 0 2 16,-3 0-2-16,0 0 2 0,-2-1 3 31,-1-1 4-31,-3-1-2 0,-3 0-1 15,-3 1 0-15,-4-2-2 0,-3 4 1 16,-6-3-2-16,-5 0 2 0,-8 0-1 16,-5 2 1-16,-8-2 0 0,-11 2-3 15,-6 0 1-15,-8-3-1 0,-8 0 1 16,-4 1-2-16,-8 1 3 0,-8 3-3 16,-9 0-1-16,-5 3 0 0,-3 0 0 15,6 6-1-15,-3-1-15 0,-5-2-113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617.08099" units="1/cm"/>
          <inkml:channelProperty channel="Y" name="resolution" value="1090.7789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8-20T09:35:34.0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2436 6879 1769 0,'0'0'7'15,"0"0"-6"-15,0 0 14 0,0 0-9 16,0 0-2-16,0 0 1 0,0 0 1 16,-19-23-1-16,19 21-3 0,0 0-1 15,0 2 0-15,3-1-1 0,0 0 0 16,4 1 1-16,2-1 0 0,2 1-1 16,3 0 2-16,4 0-1 0,3 0 0 15,5 0-1-15,9 0 0 0,12-3 0 16,10 0 1-16,9-1 0 0,-1 0-1 15,0-3 1-15,-1 2-1 0,2-1 0 16,5 3 0-16,3-4 0 0,7-2 1 16,4-1-1-1,5-1 1-15,4 0-1 0,-1-3 1 0,3 1 1 0,2-2-1 16,4 0 0 0,0-1 5-16,0-1 1 0,-5 3-2 0,-4-1 0 0,-3 3 1 31,-5-2-1-31,-1 2 2 0,-5 1-1 0,-8-1-2 0,-3 3 1 0,-7 1 0 15,-7-1-2 1,-9 3-1-16,-5 1 2 0,-10 2-2 0,-10 2-1 0,-6 1-1 16,-4 0 0-16,-2 2 0 0,1 2-9 15,-3 8-17-15,-3-4-29 16,-3 0-72-16</inkml:trace>
  <inkml:trace contextRef="#ctx0" brushRef="#br0" timeOffset="8314.62">2881 8357 1649 0,'0'0'17'16,"0"0"12"-16,0 0-20 0,0 0-9 15,0 0-10-15,0-4-11 0,4 4 20 16,-1 0 0-16,1 2 2 0,2 0-1 15,1-1 0-15,2 3 0 0,1-2-1 16,1 2-2-16,3-1 0 0,2 3 1 16,3 0 2-16,3-1 0 0,2 1 1 15,12 3 1-15,10-1-2 0,11 2 6 16,6-2-4-16,2 2 0 0,-2-4 0 16,-3-2 0-16,4 1 2 0,-1-3 5 31,3-1-1-31,-1-1 1 0,4 1 1 0,-1-1-1 0,1 1 1 0,-1-1-2 15,-4 0 0-15,2-2 0 0,-9 1 1 32,-5-2 1-32,-3-1-1 0,-8 2-1 0,-8-2 0 0,-8 3 2 0,-7 1-4 31,-3-2 3-31,0-2-1 0,-1 3-1 0,0-2 0 16,-4-1 0-16,-4 2-2 15,-2 0 2-15,-2 0-2 0,0 1-1 16,-2-1-1-16,2-2-3 0,-2 3 0 15,8-1-20-15,-2 1-30 0,0-3-127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617.08099" units="1/cm"/>
          <inkml:channelProperty channel="Y" name="resolution" value="1090.7789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8-20T09:37:45.9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2101 4878 1694 0,'0'0'11'0,"0"0"-6"0,0 0-2 0,0 0-1 15,0 0-2-15,0 0 0 16,33-27 0-16,-20 25 0 0,0 0-2 15,2 1 2-15,1 1 0 0,4 1 0 16,4 1 0-16,0 2 0 0,12 0 0 16,7 2 1-16,12-2 0 0,7 0-1 15,1 0 0-15,-3-1 1 16,0 0-1-16,0 0 0 0,6-2 0 0,2 0 0 16,0-1 1-16,2 0-1 0,-1-1 0 15,1-2 0-15,1 0 0 0,3 1 0 16,-2-2 6-16,-1 1 2 0,-1 0 2 15,-5 0 0 1,-4 0 2-16,-6-2 1 16,1 1-1-16,-5 1-2 0,-2 1-2 0,-3 2-5 15,-2 6-1-15,0 1 0 0,-9 3-2 16,-12-3-4-16,-12-6-570 0</inkml:trace>
  <inkml:trace contextRef="#ctx0" brushRef="#br0" timeOffset="3497.06">5822 7204 1711 0,'0'0'1'0,"0"0"0"0,-34 0 5 0,19 2-2 15,1 0-2-15,0 1-1 0,-1 0 0 16,0 3 0-16,0-2-1 0,0 3 1 16,-1-2 0-16,1 1-1 0,-1 2 1 15,1 0-1-15,-2 2 1 0,0 1-1 16,1 1 0-16,-1 1 0 0,3 0 1 15,-3 1-1-15,3 1 0 0,-1 0 0 16,0 2 0-16,1 2 0 0,0 1 0 16,1 1-1-16,2 0 1 0,0 2 0 15,2 0 0-15,-1 3 0 0,2-1 0 16,1 2 0-16,-1 0-2 16,3 1 2-16,1 0 0 0,3-2 0 0,0 0-1 15,1-1 0-15,3-1-4 0,2 0-8 16,3 0 10-16,1 0-1 0,1-1 1 15,2 0 2-15,1 0-5 0,4-1 4 16,-1-2 0-16,4 1 0 0,2-2 1 16,1-1 0-16,1 1 1 15,3-2-3-15,0 1 5 0,0-3-2 0,3 0 2 16,-1-1-2-16,1-1 0 0,3 0 1 16,3-1 1-16,9 2 2 15,4 2-2-15,1-2 3 0,-4-2 0 16,0-1-4-16,-7-3 1 0,4 1 1 0,1-2-1 15,-1-2-2-15,1 1 3 0,0 0-2 16,0-2 0-16,1 0 1 0,-1-3-1 16,2-1 1-16,-3 2-1 15,2-1-1-15,-2 0 2 0,0-1-2 0,6 0 1 16,-2 0 0-16,2 0 0 16,-2-4 0-16,-2 1-1 0,-1-2 2 15,0-1-1 1,-3 2 0-16,0-2 1 0,-3 1-2 0,-1-2 2 15,-1-1 1-15,0-2-1 0,2 0 4 16,-2 1 1-16,1-3-2 0,-2 0-2 16,-2 1-2-16,-5 0 0 0,-3 2 0 0,-8 2 0 15,0-1 0-15,3-2 0 0,0 0-1 0,3-3 1 16,-2 0-1 0,-2 1 0-16,-2 1 1 0,-4-2 0 15,0 2 6-15,-3 0 4 0,-1 1-3 0,-1-1 1 16,-3 1 0-16,-1-1-1 15,-2-1 0-15,-1 1-2 0,-1-2-1 16,0 0-1-16,-3-1 2 0,-2 0 17 0,-3-1-16 16,0-4-6-16,-2 1 0 0,-1-3 2 31,-4 1-1-31,0-2 0 0,-2-1 0 16,-2-2 0-16,0-1-1 0,-2-2-1 15,-2-3 1-15,0-1-1 0,-7-6 1 16,-6-8-1-16,-4-9 0 0,-2 0 0 15,0 4 0-15,4 8 0 0,0 4-1 16,-1 3 1-16,-6-1-1 0,-4 4-1 16,-6 4-9-16,-7 0-10 0,-5 5 6 15,-6 2 4-15,-5 5-6 0,-5 6 6 16,-7 7-1-16,-4 4-2 0,-8 8 3 16,-6 9-6-16,-2 8 4 0,-4 6-23 15,-2 9-30-15,28-10-5 0,13 0-676 0</inkml:trace>
  <inkml:trace contextRef="#ctx0" brushRef="#br0" timeOffset="4328.37">11201 7049 1801 0,'0'0'1'0,"0"0"-1"0,-32-24 3 15,18 17-2-15,3 0 1 0,-3 2-2 16,1 1 1-16,-3 0-1 0,0 1 0 15,-4 1-1-15,1 1-2 0,-2 1-1 16,-4-1-1-16,0 2 1 0,-3 3 2 16,-6 1-1-16,3 1 3 0,-2 1-1 15,-6 4 1-15,-2 4 0 0,-14 6-2 16,8-1-44-16,9-4-101 0</inkml:trace>
  <inkml:trace contextRef="#ctx0" brushRef="#br0" timeOffset="5111.97">6479 6690 1745 0,'0'0'2'0,"0"0"0"0,0 0 4 15,0 0 0-15,-39-6-4 0,33 3 3 16,0 0-1-16,-2 0 1 0,3 0-2 15,-1 1-2-15,1 0 2 0,0 1-2 16,2-1-1-16,0 1 1 0,1 0-1 16,2 1 1-16,-2 0-1 0,2-2-1 15,2-3-13-15,2-1-2 0,4-4 2 16,1-5 14-16,7-3 0 0,1-5 1 16,5-5 2-16,7-12 3 0,12-10-2 15,16-18 0-15,9-10 2 0,8-2-2 16,4-3 1-16,2 1-2 0,1-1 1 15,0-3-2-15,0 1 1 0,-4-3-1 16,1 4 1-16,-1 3 4 0,-4 3 0 16,-3 8 0-16,-6 3 4 0,-7 7-2 15,-7 8 0-15,-6 3-2 0,-6 7-1 16,-5 8-3-16,-6 6-3 0,-8 7 1 16,-6 10-1-16,-5 1-1 0,0 4-25 15,-4 1-33-15,-4 2-61 0</inkml:trace>
  <inkml:trace contextRef="#ctx0" brushRef="#br0" timeOffset="5592.11">6210 6080 1856 0,'0'0'2'0,"0"0"-2"0,0 0 3 0,-7-38-1 16,7 33-2-16,1 1 0 0,3 3-1 15,-1 1-1-15,1 6 0 0,1 5-2 16,-1 7 0-16,-1 11 3 0,-1 13 0 16,-2 12-1-16,0 8 0 0,0-3 0 15,-1-3 2-15,0-8 0 0,1-6 0 16,2-6 0-16,3-9 0 0,2-7 0 15,0-7-1-15,2-3 1 0,4 2-2 16,1-1 0-16,6 1 2 0,-1-3 1 16,4-3-1-16,3-1 0 0,1-4 2 15,7-1-1-15,-3 0 3 0,2-3-2 16,4-4-1-16,5-2 0 0,9-3-1 16,-7 1 0-16,-12 3-83 0</inkml:trace>
  <inkml:trace contextRef="#ctx0" brushRef="#br0" timeOffset="12809.67">7151 9608 1501 0,'0'0'87'0,"0"0"-81"0,0 0 1 16,0 0 5-16,0 0-6 0,-20 6 10 15,14-5 4-15,1 1 7 0,2-1-1 16,-1-1-4-16,1 1-7 0,0 0-2 16,1 0-3-16,0 0 0 0,1-1-2 15,0 0 2-15,0 0-1 0,1 0-3 16,0 0-1-16,0 0-1 0,0 0-1 15,0 0-1-15,0 0 0 0,2 0 3 16,1-3 5-16,4-1 1 0,3-3-3 16,5-4-4-16,1-3-2 0,6-2 0 15,2-3-1-15,2-3 0 0,0-1 0 16,5-3-1-16,8-6 1 0,6-5-1 16,5-4 0-16,-5 4 0 0,-11 8 0 15,-11 7 0-15,-4 7 1 0,1-2-1 16,1-2 0-16,2 0 0 0,-6 2 1 15,-3 3-2-15,-5 3 2 0,-2 1-1 16,-1 3 1-16,-5 3-1 0,1 1 0 16,-2 2 0-16,0-2-7 0,-7 3-23 15,2 0-23-15,-1 0-98 0</inkml:trace>
  <inkml:trace contextRef="#ctx0" brushRef="#br0" timeOffset="13424.91">7159 9119 1713 0,'0'0'5'0,"0"0"0"0,0 0 4 0,-12-13 1 0,9 10 4 16,-1 0 2-16,1 0-1 0,0-1-5 16,-2 1-4-1,1-1-3-15,1 1 1 0,-1 0-3 0,1 1 1 0,2 0 0 16,-1 0 2-16,1 0 0 0,0 2 1 16,1 0-1-16,-1-1 0 0,1 1-1 15,0-1 0-15,0 1-1 0,0-1-1 16,0 1 0-16,0-1-1 0,0-1 1 31,1 1-1-31,3-2 1 0,0-2-1 0,4-2 1 0,2-4 1 0,3-2 2 16,5-5 1-16,3-2-2 0,4-4-2 15,3-5 0-15,2-2-1 0,1 1 0 16,-1-2 1-16,-2 1-1 0,-1 1 1 31,-1 0-1-31,-4 4 0 0,-1 1 0 16,-3 0 0-16,-6 4 0 0,-3 5 1 15,-4 1-1-15,-5 3 0 0,-2 4-11 16,-3 2-13-16,-6 3-30 0,0 1-62 16,0 0-426-16</inkml:trace>
  <inkml:trace contextRef="#ctx0" brushRef="#br0" timeOffset="13783.6">7163 8715 1646 0,'0'0'25'0,"0"0"-21"0,0 0-1 0,0 0-1 16,0 0 0-16,-19 0-2 0,16 0 3 15,0 0-1-15,0 0 0 0,1 0 0 16,0-1 3-16,-1 0 4 0,3-3 3 15,0 2 4-15,1-2 1 0,5-1-4 16,1-3-10-16,4-3 0 0,6-3 2 16,3-2-4-16,4-4 2 0,4-1 0 15,2-4-1-15,0 3-2 0,1-2 1 16,-1 0 0-16,-1 1 0 0,-1 2 0 16,-3 0 0-16,-3 2 3 0,-4 3 1 15,-2 2 0-15,-6 3 1 0,-4 2-2 16,-2 5-1-16,-2 0 1 0,-2 4-1 15,0-1-1-15,-2 1-2 0,-6 2-19 16,1 4-28-16,-3-1-248 0</inkml:trace>
  <inkml:trace contextRef="#ctx0" brushRef="#br0" timeOffset="36576.06">9253 6334 1784 0,'0'0'2'0,"0"0"-2"0,0 0 8 16,0 0-5-16,0 0-2 0,0 0 0 15,0 0-1-15,-5-6 0 0,5 6 0 16,0 0 5-16,0 0 1 0,0 0-3 15,0 0 2-15,0 0 0 0,0 0 2 16,0 0-2-16,0 0-3 0,5 0-2 16,7-3 1-16,7-5 0 0,19-10 0 15,19-11-1-15,20-19 0 0,10-6-1 16,-19 10-48-16,-16 6-218 0</inkml:trace>
  <inkml:trace contextRef="#ctx0" brushRef="#br0" timeOffset="39535.76">22120 9353 1531 0,'0'0'79'0,"0"0"-70"0,-30 0 12 0,16 1 11 16,0 1-5-16,1-2-5 0,-2 1-1 16,2-1-1-16,1 0-7 0,1 0 0 15,2 0 1-15,3-1-3 0,2-2-1 16,1 1 0-16,3 1 0 0,0-2 1 16,3 0-3-1,5-3-2-15,7 0-3 0,7-1-2 16,16-1 0-16,20-5 1 0,22-1-2 0,12 0 0 0,3-1 1 15,-1 1-1-15,-3 4 0 0,4-2-1 16,4 2 1-16,4 1 1 0,-2 0 0 16,-2 2-1-16,0 0 0 0,-1 1 2 15,-1 0 0-15,-4 3 9 0,-6-1 1 16,-8 1 0-16,-9 2-1 16,-8-2-4-16,-10 3 0 0,-10-1-1 15,-12 0-3-15,-10 0-1 0,-8 1 0 0,-4 0-2 16,-4 0 1-16,-1-1 0 15,-2 1 0-15,-1-2-1 0,-8 1-1 0,-5 1-4 16,-5 0-14-16,-19 10-22 0,6-3-25 16,0 0-96-16</inkml:trace>
  <inkml:trace contextRef="#ctx0" brushRef="#br0" timeOffset="40062.69">22410 9966 1507 0,'0'0'201'0,"0"0"-196"0,0 0 4 16,-20-1 9-16,15 1 4 0,1 0-2 15,0 0 1-15,3 0-3 0,-2 0-2 16,3 0-3-16,0 0-1 0,5 0-3 16,5 0-4-16,6 0 2 0,10-1-2 15,14-3 0-15,20-2-1 0,18-2 0 16,10-1-3-16,1-1 0 0,-3 2 0 16,-10 2-1-16,2-1 0 0,-4 0 1 15,-1 1-1-15,0 0 0 0,-4 2 1 16,-6 2 0-16,-7-1 3 0,-11 2-1 15,-8 0 0-15,-12 1-2 0,-8 0 0 16,-8 0 0-16,-4 0-1 0,0 1 0 16,-3 1 0-16,-2 2-4 0,-5 1-8 15,-14 5-23-15,1 0-40 16,-2 0-329-16</inkml:trace>
  <inkml:trace contextRef="#ctx0" brushRef="#br0" timeOffset="40510.61">22428 10633 1708 0,'0'0'16'0,"0"0"-13"0,0 0 1 0,0 0 11 0,0 0 6 15,-21-1 4-15,20 0-3 0,-1 0-4 16,2-1-2 0,2 0-3-16,5 0-3 0,4-1-3 0,7 1 2 0,13-4-2 15,15 0 0 1,20-2 0-16,12-4-1 0,7 2-3 0,1-2-1 0,-1 1-1 15,2 0 1 1,3 1-2-16,1 1 0 0,2 0 1 0,-1 2 0 0,-2 2 2 16,-7 1 0-16,-9 1 2 0,-9 2-1 31,-11 0-1-31,-11 1-2 0,-12 0 4 16,-11 2-4-16,-10 0 1 0,-4 0-1 15,-4-1-1-15,-2 2-1 0,-3 1 1 16,-8 3 0-16,-9 4-6 0,-19 10-27 15,4-3-54-15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617.08099" units="1/cm"/>
          <inkml:channelProperty channel="Y" name="resolution" value="1090.7789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8-20T09:38:39.68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14172 6511 1495 0,'0'0'16'0,"0"0"-11"0,0 0-1 15,0 0 2-15,0 0-2 0,0 0 7 16,0 0 8-16,-19-17 0 16,19 16-1-16,0 1-2 0,4 0 3 15,3-1 6-15,1-1-9 0,4 0-3 16,3 0 0-16,4 0-5 0,1-1-3 16,6 1-3-16,7-2 1 0,9 1-3 15,11 1 1-15,4 0-1 0,1 1 1 16,0 1-1-16,-4 0 1 0,4 0-1 15,4 0 0-15,-2 2 0 16,8-1 1-16,0 2-2 0,5 0 2 0,7-1 0 16,4 1-1-16,0-3 0 0,6 0 2 15,2 0 2-15,1 3-2 0,5-2 2 16,3 1 3-16,2 0-3 0,1 2-1 16,2-2 3-16,3 2 1 0,3-1 0 15,3 2 3-15,0-1-1 0,1 2 1 16,4-1-2-16,0 1-2 15,3 0 4-15,2-2-5 0,-3 1 0 0,4 2 0 16,1-1-1-16,-1 0 1 0,2 0-2 16,-2 0 1-16,-1 1-2 0,3-2-1 15,3 1 3-15,-2 0-2 16,5-1-1-16,-1-1 0 0,-1 2-1 0,-1-1 3 16,0-2-3-16,1 0 0 0,1 0 1 15,0-2 1-15,-4 2-1 0,-1-1-1 16,-2-1 0-16,-2 0 1 0,-1 1 1 15,-4 0-1-15,-2-1 1 0,-1-1-1 16,-4 2 3-16,1-2-2 0,-7 0 1 16,-2 0 1-16,-4 1-1 15,-3 0-1-15,-3-1 4 0,-5 0-3 16,-5 0 1-16,-4 0-1 0,-4 0-2 16,-5 0 0-16,-5 0 4 0,-5 0-3 15,-6 1 0-15,-6-1 0 0,-6 1 1 16,-7 0 0-16,-7 1 0 0,-7-2 0 15,-7 1 0-15,-2 0-1 0,1 0 0 0,2 0-1 16,-2-1 1-16,-1 1-2 0,-4-1 1 16,-2 0 0-16,-4 0 0 0,1 0 0 15,-3 0-1-15,-1 0 2 0,1 1 0 16,-1-1-1-16,0 0 1 0,0 0-1 16,0 0 0-16,0 0-2 0,-1 0 0 15,-2-2-8-15,0-2-43 16,-2 1-100-16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617.08099" units="1/cm"/>
          <inkml:channelProperty channel="Y" name="resolution" value="1090.7789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8-20T09:39:52.7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9630 5764 1485 0,'0'0'22'0,"0"0"-13"0,0 0 37 15,-14-4-8 1,11 4 6-16,1-1 0 0,0 0-14 15,1 0-4-15,-1-2-6 0,1 2-3 16,-1-2-2-16,1 0-3 0,0 2 3 0,1 0-5 16,-1 1-2-16,1 0-1 0,0 0-2 15,0 0-2 1,0 0 1-16,0-1-2 0,0 1 1 16,0-1 0-16,0 1-1 0,0 0-2 15,0 0 0-15,0 0 0 0,0 0-3 16,2 0 3-16,1 0-1 0,2 0 1 15,3 0 0-15,2 0 0 0,1 0 0 16,3 0 0-16,3 0-1 0,2 0 0 16,2 0 1-16,4-2 2 0,1 0-1 15,3 1-1-15,1-2 0 0,6 0 0 16,5 0 1-16,9-1 0 0,1 1-1 16,-4-2 0-16,-1 0-1 0,-5 0 0 15,1 0 1-15,5-1 0 0,1 2 1 16,4 1 0-16,1 0-1 0,2-1 1 15,-2-1-1-15,1 1 1 0,-2-2-1 16,-2 0 0-16,0 1 1 0,-1-1-2 16,-2 1 2-16,1 1-1 0,0-1 0 15,0 3 1-15,-2 0 1 0,-1-3-1 16,-3 2 1-16,-4-3-2 0,-1 1 1 16,-7 2 0-16,-9 0 0 0,-4 2 0 15,-4-1 1-15,2 2 2 0,-2-1-1 16,2-2 1-16,-5 2 2 0,-3-1 0 15,-3 1 2-15,-2 0 2 0,-1-1 1 16,-1 1 0-16,0 1-2 16,0-1-2-16,0 0-2 15,0-1-1-15,-1-1-3 0,0 2-1 0,-1-1 0 16,0-1-2-16,-1 3-4 0,-5 5-22 0,-1 2-29 16,-3 0-87-16</inkml:trace>
  <inkml:trace contextRef="#ctx0" brushRef="#br0" timeOffset="2019.33">12978 4686 1540 0,'0'0'5'0,"0"0"4"0,0 0 8 0,0 0-4 16,0 0 18-16,-34-14 0 0,28 11-10 16,-2 1-1-16,-2 1-4 0,0-2 3 15,0 0-5-15,2 0 5 0,-6 1-5 16,3 0-9-16,-1-1 6 0,2 0-2 16,-3 2-2-16,0-1-1 0,2 2 3 15,0 0-5 1,-1 1 1-16,-1 0-1 0,1 3-1 0,0-1-1 0,0 3 0 15,-2 1-2-15,1 1 1 0,-2 3 0 16,-1 2-1-16,-1 2 1 0,0 3-1 16,-1 3 2-16,-2 3-1 0,2 1 0 15,-3 3 1-15,3 1-1 0,1 2 1 32,-2 4-2-32,2 7 1 0,-2 6 0 15,6-3 0-15,3-9 0 0,3 0-1 16,2 1 1-16,2 2-1 0,0 2 0 15,1-12 1-15,2 0-1 0,0-4 0 16,1-2 1-16,2 5-1 0,1-4 1 16,4 1-1-16,-2 3 1 0,4-1-1 15,-1-3 0-15,1-1 0 0,1-2 0 16,0-4 0-16,3 1-1 0,-1-3 1 16,4 1 0-16,0-3 0 0,2 0-1 15,2-2 1-15,-1 0 2 0,4 0-1 16,-2-2-1-16,-1-2-1 0,0-4 1 15,0 1 1-15,0-3 0 0,-3-1 0 16,-1 0 0-16,2-2 1 0,-1-3-2 16,0 0 2-16,-2-2 0 0,0-2-1 15,2-2 1-15,-2 0-1 0,2-3 1 16,-3-1-2-16,1 0 2 0,-1-2 0 16,2-2-1-16,-4 0 1 0,2-1 1 15,-1-1-1-15,2-2 0 0,-2-1 2 16,4-3-1-16,-4 1 0 0,4-1-2 15,-1-2 1-15,2 1 1 0,-1-2-1 16,-1 1 1-16,0-3-1 0,0 0-1 16,4-6 2-16,-4 5-1 0,-2-2 0 15,0 1-1-15,-6 5 0 16,0-5 2-16,-1 1 3 0,-5 1-2 0,-3 0 0 16,-2 1-2-16,-4 2 0 0,-6 1-2 15,-4 2-1-15,-6 1-1 0,-7 2-11 16,-28-5-11-16,5 7-17 0,0 3-91 15</inkml:trace>
  <inkml:trace contextRef="#ctx0" brushRef="#br0" timeOffset="5029.75">6432 5804 862 0,'0'0'141'0,"0"0"0"0,0 0-50 15,-6 5-33-15,5-5-13 0,-1 1 9 16,-2 2-11-16,2-2 10 0,-1 1-15 16,0 0-5-16,0 1-1 0,0-2-5 15,1 1-4 1,0 1-1-16,0-2-9 0,1 0-6 16,0 1 3-16,0-1-6 0,0 1-1 15,1-1 0-15,0-1-2 0,0 0 1 16,0 0 3-16,0 0 2 0,0 0 8 15,0 0 1-15,0 0-2 0,0 0-2 16,0 0-4-16,0 0-2 0,0 0-5 16,1-3 1-16,1 1 0 0,1 1-2 15,2-1 2-15,-1-2-2 0,3 2 0 16,0-1 0-16,0 1 0 0,1 0 1 0,0 1-1 16,4-2 0-16,0 2 0 15,3 1 0-15,-1-2 0 0,2 2 1 16,-1-1-1-16,2-2 0 0,-1 2 0 0,3 1 0 15,-1-2 0-15,2 2 0 16,-1-1 0-16,1-1-2 0,2 1 1 0,-1 1 1 31,1-1 0-31,2 1 1 0,1 0-2 0,0-1 1 0,0 0 0 0,1 1 0 16,2 0 1-16,1-1-1 0,1 0 0 31,0-1 1-31,0 1-1 0,2 1 0 0,-1 0 1 0,1-1-1 16,-1 0 0-1,5 0 0-15,6-2 1 0,3 2-1 16,1 1 0-16,-8-2 0 0,-10 1 0 16,1 1 0-16,4-3 0 0,6 2 0 15,5 1 0-15,-5-1 0 0,-5 0 0 16,0 1 0-16,-5-1 1 0,-4 1-1 16,3 0 0-16,-3 0 0 0,-1 0 0 15,4 0-1-15,-2 1 1 0,2 0 0 16,5 0 0-16,4 0 1 0,6 3-1 15,6-2 0-15,1 3 0 0,-5-2 0 16,-5 1 0-16,-5-2 0 0,0-1 0 16,0 2 0-16,0-2 1 15,-1 1-1-15,0-1 0 0,-5 2 1 0,-4-2 2 16,5 0 0-16,5 0-1 16,6-1 0-16,3 1 1 0,-3 2-1 15,-2-2-1-15,-2 1 0 0,1-2 0 16,-1 1 0-16,2 2-1 0,-1-2 0 15,-1 0 1-15,0 0-1 0,0 1 0 16,-3 0 0-16,5 0 0 0,-2 0 0 16,0 2 1-16,2-2-1 0,0 0 0 15,-1 0 1-15,1 0-1 0,-1-2 0 0,2 2 0 16,-1 0 1-16,-1 0-1 0,-1-1 0 16,1-1 0-16,-1 0 0 0,1 0 0 15,1 1 0-15,1 0 1 0,-2 0-1 16,1 0 0-16,-1 0 0 0,1-1 0 15,0 0 0-15,-1 0 1 0,0 0-1 16,1 0 0-16,-1 0 0 16,-1 0 0-16,-2 2 0 0,0-2 0 15,1 0 0-15,-1 2-1 16,2-2 1-16,-1 0 1 0,1 1-1 16,-2 0 0-16,3 0 0 0,-2 0 0 0,0-1 1 15,-1 1-1-15,0-1 0 0,0 1 0 16,1 0 0-16,0-1 0 0,-3 0 0 15,-2 0 0-15,-6 0 0 0,5 1 0 16,5-1 0-16,4 1 1 0,6-1-1 16,-4 0 1-16,-5 0-1 0,1 0 0 15,0 0-1-15,2 0 1 0,0 0 1 16,0 0-1-16,1-2 0 0,0 2 0 16,-1-1 0-16,-1 1 0 0,0-1 0 15,1 1 0-15,0 0 0 0,1 0 0 16,0-1 0-16,1 1 1 0,0-1 0 15,1 0-1-15,-1-1 1 0,0 2-1 16,2-1 1-16,0 0-1 0,-1 0 1 16,-1 1 0-16,1 0-1 0,-1 0 1 15,2-2-1 1,0 0 0-16,-2 0 2 0,2 1-1 0,0-1 0 0,2 0 0 16,-2 0 0-1,1 2 0-15,-2-1 1 0,2-2-1 16,-1 0 0-16,-1 2-1 0,1-3 0 0,-3 3 1 15,2 0-1-15,2-1 1 0,0-1 0 0,2 0-1 16,-2-1 1-16,4 3 0 16,-3-2-1-16,1 0 1 15,0-3-1-15,1 1 1 0,-1 0 0 0,0-2 1 16,-2 1-1-16,0 3 1 0,3-1-1 16,0-2 0-1,0-1 2-15,1-1-2 0,-1 0 1 16,-5 1-1-16,1 1 2 0,-4 2-2 15,0-2 1-15,-3-1 0 0,-8 1-1 16,-4 0 1-16,-7 4 1 0,-1-2-2 16,3 2 2-16,0 0 0 0,-1-1-1 15,-2 2 0-15,-3-1 1 0,-1-1-1 16,-3 1-1-16,-4 2 1 0,-2 0-1 16,0 0 0-16,-1 0 0 0,-2-1-1 15,0 1-2-15,0 0-17 0,0 0-9 16,-5 1-20-16,-2 1-31 0,-3-1-108 0</inkml:trace>
  <inkml:trace contextRef="#ctx0" brushRef="#br0" timeOffset="6564.99">6736 5737 1554 0,'0'0'45'0,"1"0"-40"16,3 1-5-16,1-1-3 0,3 0 1 15,2 0 2-15,0 0 3 0,1 0-3 16,2 0-4-16,1 0 1 0,0 0 5 16,1 0-2-16,1 0 3 0,2 0-2 15,1 0 1-15,0 0-1 0,3 0 1 16,2 0 6-16,1-1 0 0,2 0-4 16,1 0-4-16,2 0 1 0,-1-1-1 15,8 2 6-15,7-1 1 0,8 0-1 16,0 0-2-16,1 0-1 0,-3 0 0 15,-5 0 3-15,4 0 2 0,-1 1-1 16,1 0 1-16,1 0-5 0,-1 0 2 16,1 0 4-16,1 0-3 0,1 3-2 15,2 0 0-15,1-2-1 0,2 3 0 16,0-2-2-16,0 0 0 0,2 3 1 16,-1-1-2-16,0 0 3 0,1 0-3 15,-1-1 0-15,3 1 1 0,3-2 2 16,-1-1 1-16,2 2-1 0,-2-1-1 15,-1 1 1-15,1 2-1 0,-1 0 2 16,-1-1-1-16,2 2-2 0,1 0 0 16,0-3 3-16,0 2-3 15,2 0 0-15,-2-2 0 0,0 2 0 0,1 1-1 16,0 0 1 0,0-2 0-16,1 3-1 0,0-3 2 0,0-1-2 15,1 1 0-15,-1-2 0 0,-3 2 1 0,1-2 0 16,-1 3-1-16,1-2 0 15,-1 2 0-15,3-3 1 0,1 0 1 0,0 1 0 16,0-2-2-16,-2 1 2 0,-2 0-1 16,1 0-1-16,-1-1-1 15,1-1 1-15,1 1 3 0,0-1-2 0,0 1-1 16,2 1 1-16,-3-2-1 0,-1 1 0 16,-1-1 1-16,0 0 0 0,0 0 1 15,1 0 3-15,2 0-2 0,-2 0 0 16,0-2 1-16,0 0-3 0,-3 1 1 15,-1-1-1-15,0-1 0 0,1 0-1 16,-1-2 2-16,1 1-1 0,0-1 1 16,-2 1-1-16,0 1 1 0,-1-1-1 15,0 0 2-15,-2-3-1 0,-1 1 1 32,-1-1 1-32,1 0 1 0,1 0-2 0,-1 2 1 0,-1-1-1 0,-2-1 0 15,0-1-1-15,-4 1 0 0,1 0-1 31,-4 1 1-31,2 2 0 0,-5-2-1 0,2-2 0 16,-2 0 1-16,0 1 1 0,-3 3-1 0,1 0-1 0,-6 0 1 31,-3 1-1-31,-6 0 0 0,-3 0 1 16,-4 0-1-16,4 0 1 0,-1-2 0 16,4 0 1-16,-5 2 1 0,0-2 0 15,-3 3 2-15,-5 0-1 0,0 0-1 16,-5 0 0-16,2 2 2 0,-5 0-1 15,-1 0 2-15,1 0-2 0,-3 0 0 16,1 0 1-16,-1-1 0 0,0 1 1 16,0 0 0-16,0 0-1 0,0 0 0 15,0 0 0-15,0 0-2 0,0-1 0 16,0 0 1-16,0 0-2 0,0 0-1 16,0 1-1-16,0 0-1 0,-1 0-2 15,-25 5-29-15,3 1-64 0,-10-5-743 16</inkml:trace>
  <inkml:trace contextRef="#ctx0" brushRef="#br0" timeOffset="8676.45">7832 7943 1773 0,'0'0'4'0,"0"0"7"15,0 0-2-15,0 0-2 0,-2-2-5 16,1 2 0-16,1 0-2 0,0-1 0 16,0 1 0-16,0 0 0 0,0 0-2 15,2 0 0-15,0 0 2 16,0 0 0-16,0 0 0 0,3 0 0 0,-2 1 0 15,2 0 0-15,1 0 0 0,0-1 0 16,2 1 0-16,0-1 0 0,2 0 0 16,2 0 0-16,0 0 0 0,3 0-2 15,3 0 2-15,0-2 0 0,2 0 1 16,0 0-1-16,1 1 1 0,0-1-1 16,1-1 1-16,1 2-1 0,1 1 0 15,1-2 1-15,2 0-1 0,0 0 0 16,2 1 1-16,0 0-1 0,1 0 0 15,0 0 1-15,2 0-1 0,-1 1 0 16,7-2 0-16,6 2 1 0,4 0-1 16,3 0 0-16,-5 0 0 0,-2-1 0 31,-3 1 0-31,-1 0 0 0,1-1 0 16,1 0 0-16,-2 1 0 0,1-1 0 15,-1 0 0-15,2 1 0 0,1 0 0 16,-2 0 0-16,1 0 1 0,1 0 0 15,-2 0-1-15,2 0 0 0,-2 1 4 16,-1 0 1-16,-1 1-2 0,1-1 1 16,-3 2-1-16,1 0 0 0,-2 2 0 15,2-1 0-15,0 1-2 0,0-2 2 16,0 0-2-16,3-1-1 0,-2-1 1 16,-1 1 0-16,1-1-1 0,-2-1 1 15,-2 0 0-15,-5 0-1 0,-7 0 0 16,-3-1 2-16,0-2 3 0,1 2 2 15,3 0 0-15,2-1-1 0,-1-1 1 16,-3 2-2-16,-2-2 2 0,-2 0 0 16,-2 2-3-16,0-1 0 0,-4 0 0 15,0 0 0-15,-3 2-1 0,-1-1 1 16,-1 1-1-16,0 0-1 0,-2 0-1 16,-2 0-1-16,1 0 1 0,-2 1-1 15,1 1 0-15,-1 0 0 0,0 0-7 16,0-2-6-16,-1 1-10 0,0 0-6 15,-1 0-11-15,-1-1-21 0,-4 0-172 16</inkml:trace>
  <inkml:trace contextRef="#ctx0" brushRef="#br0" timeOffset="9529.83">8009 8043 1615 0,'-1'0'132'0,"1"-1"-127"0,0 0 6 0,3-1-9 0,2 0-2 16,3 1 0-16,0 0 2 0,2 0 0 16,3-1-1-16,1 1 0 0,2-1 0 15,2 1-1-15,1-2 1 0,3 2-1 16,0-1 1-16,3 1 1 0,2 1 1 15,0-1 1-15,2 1-1 0,6-1 2 16,7 0-2-16,8 0-1 0,2-1 1 16,0 1-1-16,-1 0-1 0,-4-1 1 15,3 1-1-15,2-1-1 0,0 1 1 0,1-2 0 16,1-1-1-16,1 1 0 0,-2-1 1 16,2-1-1-16,2 3 0 15,2-2 0-15,1 1 1 0,1-3 3 16,-1 0 0-16,-2 0-1 0,-2 2 1 15,0-1-1-15,0 2 2 0,0-1-4 16,0 0 5-16,0 1-4 0,-2-3 2 16,-1 1 0-16,-1 1-1 0,-3-1 0 15,-3 4 0-15,-3-2 0 0,-4 0-1 16,0 1-1-16,-4 0 0 0,-1 1 1 16,-6-1 0-16,-5 1-1 0,-5 1 1 15,-2-1 0-15,2-1-1 0,2 1-1 16,1-1 2-16,-3 2 0 0,-1-1 0 15,-4 1 2-15,-1-1-1 0,-2 0 1 16,-4-1 0-16,0 2 1 0,-3 0-2 16,-1-2 1-16,0 2-1 0,-1 0 1 15,-1 0 2-15,0 0 0 0,0 0 1 16,0 0-1-16,0 0-2 0,0 0-1 16,0 0-3-16,0 0 0 0,-1 2-1 15,-2 2-7-15,-2 3-16 0,-10 7-21 16,0 0-46-16,-2-4-1687 0</inkml:trace>
  <inkml:trace contextRef="#ctx0" brushRef="#br0" timeOffset="12234.14">8712 7945 1733 0,'0'0'41'0,"0"0"-38"0,0 0-1 0,0 0-1 16,0 0-1-16,0 0 1 0,38-32 0 15,-31 29-1-15,2 0 0 0,-1 0 0 16,0 2 0-16,0 1-1 16,1 0 0-16,-1 0 1 0,0 0-2 0,1 0 1 15,1 1 1-15,1 3-1 0,3-2 1 16,-1 1-1-16,4 1 1 0,1 0 0 15,3 0 0-15,1 2 1 0,2-1-1 16,3-1 0-16,2 1 0 0,1 0 1 16,4-2-1-16,6 2 0 0,6 1 0 15,8-3 1-15,1 2-1 0,-4-3 3 16,-3-1 0-16,-5 0-1 0,2 0 1 16,0-1 0-16,3 1-2 0,-1-1 1 31,2 0 0-31,0 1-1 0,2-1 0 0,-1 0-1 0,-2-2 1 0,-1 2 0 15,-2-1-1-15,-2 0 0 0,-3 0 0 16,-1 1 0 0,-4-1 2-16,-4 0 2 0,-6 1-1 0,-5-1 1 0,-1 0 2 15,2-2 1-15,2 1 1 0,2 1 1 32,-3-3 1-32,-1 2-1 0,-2 1-1 15,-4-2 0-15,-1 2 0 0,-3 0 0 16,-3 1-2-16,-2-1 2 0,-1-1-1 15,-2 1-2-15,0 0-2 0,1 1-2 16,0 0-1-16,1 1 0 0,-2 8-11 16,0-2-63-16,-5-3-286 0</inkml:trace>
  <inkml:trace contextRef="#ctx0" brushRef="#br0" timeOffset="14856.41">4903 8749 1823 0,'0'0'3'15,"0"0"-3"-15,0 0 9 0,0 0-7 16,0 0 0-16,-34-29-2 0,29 24 0 15,0-1 0-15,0 2-2 0,-2-1 1 16,1 2-4-16,-1 0 1 0,-1 2-3 16,-1 0 4-16,-1 0 1 0,1 0 2 15,-1 1 0-15,1 0 0 0,-1 2 0 16,-2 0 0-16,0 3 1 0,0 1-2 16,-1 2 1-16,0 1 0 0,-1 4-1 15,1 1 1-15,-2 1-1 0,1 3 1 16,0 1 0-16,-2 5-1 0,1-1 1 15,0 4-1-15,3-1 1 0,-2 2-1 16,4 1 1-16,-1 1-1 0,-2 7 1 16,-1 7 0-16,-2 8 0 0,1 2 0 15,0-3 0-15,7-5 0 0,-1-3 0 16,2 0 0-16,1 0 0 0,1-1 1 16,0 3-1-16,2-1 1 0,0 0 0 15,1 1 0-15,2-1 0 0,0 1-1 16,1 1 1-16,3-2-1 0,1 2 0 15,1-2 0-15,1 1 0 0,2-2 0 16,0-2 0-16,1 1 0 0,2-2 0 16,1 0 1-16,1 1 0 0,0-1-1 15,3 2 1-15,-2 1 1 0,2 0-2 16,1 0 0-16,1 2 1 0,2-1 0 16,0 2 0-16,3-2 1 0,0-1 0 15,-1-1 0-15,2-3-2 0,3 0 1 16,-1-4 0-16,2 0 0 0,1 0-1 15,2 0 0-15,0-2 1 0,2 2-1 16,5-2 0-16,0-1 0 0,3 1 0 16,0 0 2-16,1-2-2 0,0-1 1 15,3-3-1-15,-1 1 1 0,3-1-1 16,-1-1 0-16,3-2 0 0,4-1 1 16,0-2-1-16,4-1 1 0,0-3-1 15,0-3 0-15,1 1 0 0,1 1 0 16,0-2 0-16,0-2 0 0,0-1-1 15,2-4 1-15,2 0 2 0,1 0-2 16,-1 2 1-16,-1-2-1 0,1-2 0 16,0-4 0-16,3-1 0 0,1 0 0 15,0-4 0-15,0 3 0 0,0 1 0 16,-1-1 1-16,1-1-1 0,-1-5 0 16,-3-1 0-16,-2-2 0 0,-3 2 0 15,0-1 0-15,0-3 0 0,1 2 2 16,-2-3 2-16,2-2 3 0,-3 1-1 15,0-3 0 1,-2 1-3-16,0-5 1 0,-1 1-4 0,1-5 3 0,1-1-2 16,-2-2 1-16,-2 0-1 0,-2-2-1 15,-3 0 1-15,-2 0 0 0,-4-3-1 16,1 2 1-16,-5-3 0 0,1-1 0 16,-3 2 2-16,2-2-1 0,-3-1 2 15,0 0-3-15,-1 1 1 16,-4 2 0-1,-8 7-1-15,3-5-1 0,1-8 0 16,1-4 0-16,2-5 0 0,-8 4 0 0,-5 6 0 0,-2-1 0 0,-3 2 0 16,-2-1 0-16,-4 0 0 0,-2 1 0 15,-1-2 0-15,-1 1 1 0,0 1-1 16,-3-1 0-16,-2-1 1 0,0-1-1 16,-1-1 1-16,-3 0 0 0,0-2-1 31,0 0 1-31,-3 1-1 0,2-2 0 15,-3 0 0-15,-2 2 1 0,0-2-1 16,-1 2 1-16,0 0 0 0,-2 0 0 16,0 0-1-16,0-1 1 0,-2-1-1 15,2 1 0-15,-3-2 0 0,1 2 1 16,1-1-1-16,-2-1 0 0,-2 2 0 16,0 1 0-16,0-1 0 0,-2 0 0 15,-1 3 1-15,-1 2-1 0,-1-1 0 16,-1 3 0-16,0 0 1 0,-1 0 1 15,-1 1-1-15,-1 2 3 0,0 0 0 16,3 6-4-16,7 3 1 0,1 5-1 16,-1 0 1-16,-8-8-1 0,-9-6 0 15,-9-7 1-15,1 1-1 0,3 5 0 16,3 5 0-16,4 3 0 0,-1 1 1 16,-1 2 0-16,1 2 0 0,-2 0 0 15,-1 2 2-15,-1 2-1 0,-1 0-1 16,1 1-1-16,-1 2 1 0,-1 1-1 15,-1-1 0-15,-1 1 0 16,-1 2 0-16,1-3 0 0,-2 2 0 0,-2 1 0 16,0-2 0-16,-3 0 1 0,-3 1-1 15,-1 2 1-15,2 1-1 0,-2 2 0 16,0 1 0-16,1 2 1 0,-1 2 0 16,-1 2-1-16,-3 1 0 0,-3 6 0 15,-3 1 0-15,-1 4-1 0,1 1-2 16,-2 1 2-16,-3 2-2 0,-2 0 1 15,-3 5-3-15,-5 2-1 0,0 3 0 16,-7 4-2-16,-1 2 2 0,-6 2-1 16,-3 5 0-16,-7 6-1 0,-4 5-2 15,-3 12 1-15,-10 10-12 0,29-12-23 16,11-6-120-16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B02719-461B-4F82-93C5-57B4583A0AE9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6F11A3-5556-448D-B4AF-A186AE2405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6634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F11A3-5556-448D-B4AF-A186AE24052A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42231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70f7d5b225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370f7d5b225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EE1686DA-9C92-8CFD-8455-CEDC8443E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70f7d5b225_0_185:notes">
            <a:extLst>
              <a:ext uri="{FF2B5EF4-FFF2-40B4-BE49-F238E27FC236}">
                <a16:creationId xmlns:a16="http://schemas.microsoft.com/office/drawing/2014/main" id="{41AA308E-75AD-BBCC-358F-B9A1C1584F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370f7d5b225_0_185:notes">
            <a:extLst>
              <a:ext uri="{FF2B5EF4-FFF2-40B4-BE49-F238E27FC236}">
                <a16:creationId xmlns:a16="http://schemas.microsoft.com/office/drawing/2014/main" id="{093054A8-37C7-D932-DFF8-9EC18F5005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81843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8AC7B276-7453-EB12-E317-C609C3837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70f7d5b225_0_185:notes">
            <a:extLst>
              <a:ext uri="{FF2B5EF4-FFF2-40B4-BE49-F238E27FC236}">
                <a16:creationId xmlns:a16="http://schemas.microsoft.com/office/drawing/2014/main" id="{32440292-1936-F1F4-EEFB-17A8662C55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370f7d5b225_0_185:notes">
            <a:extLst>
              <a:ext uri="{FF2B5EF4-FFF2-40B4-BE49-F238E27FC236}">
                <a16:creationId xmlns:a16="http://schemas.microsoft.com/office/drawing/2014/main" id="{F0FF167E-AC68-FC26-E2CA-388B1DE93D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84104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C668483C-D0C3-2F3D-33D7-A031B474C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70f7d5b225_0_185:notes">
            <a:extLst>
              <a:ext uri="{FF2B5EF4-FFF2-40B4-BE49-F238E27FC236}">
                <a16:creationId xmlns:a16="http://schemas.microsoft.com/office/drawing/2014/main" id="{6693140F-2155-09C7-B157-CE26135555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370f7d5b225_0_185:notes">
            <a:extLst>
              <a:ext uri="{FF2B5EF4-FFF2-40B4-BE49-F238E27FC236}">
                <a16:creationId xmlns:a16="http://schemas.microsoft.com/office/drawing/2014/main" id="{694A504A-11A8-86DC-86D2-8443566BBE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>
                <a:ea typeface="Calibri"/>
                <a:cs typeface="Calibri"/>
              </a:rPr>
              <a:t>Add example of DP</a:t>
            </a:r>
          </a:p>
        </p:txBody>
      </p:sp>
    </p:spTree>
    <p:extLst>
      <p:ext uri="{BB962C8B-B14F-4D97-AF65-F5344CB8AC3E}">
        <p14:creationId xmlns:p14="http://schemas.microsoft.com/office/powerpoint/2010/main" val="35327888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F11A3-5556-448D-B4AF-A186AE24052A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4534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Black line shows delta value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F11A3-5556-448D-B4AF-A186AE24052A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3687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5A28F-3A25-0672-84F5-1306E163C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ACC504-5461-4CB7-2F69-3AEA7791FB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706897-1F4E-FB48-5D46-91E987A3FB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Opacus</a:t>
            </a:r>
            <a:r>
              <a:rPr lang="en-US"/>
              <a:t>: Open source library to implement DP based </a:t>
            </a:r>
            <a:r>
              <a:rPr lang="en-US" err="1"/>
              <a:t>Pytorch</a:t>
            </a:r>
            <a:r>
              <a:rPr lang="en-US"/>
              <a:t> Models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E08D3B-FAD4-0C72-D51A-0B0A0C89EB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F11A3-5556-448D-B4AF-A186AE24052A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45437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CF533-3D05-89EF-9EB3-4BC3EBB67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6AF1CE-E9E6-1BA3-35C1-6E75C74EE7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7A5139-1834-0EE5-FC85-0C106E2048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435FCC-37F7-C5C8-0ADB-737A9347D4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F11A3-5556-448D-B4AF-A186AE24052A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14091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ADE1D-F862-80F1-6CBB-29BD32241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6C85CD-B9C5-D482-E4FA-607074928D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624DA6-72FA-B210-6F35-2F81EB3505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Decelerator term is 0 when sigma = 0 in normal SGD, in DP-SGD it remains present thus </a:t>
            </a:r>
            <a:r>
              <a:rPr lang="en-US" err="1"/>
              <a:t>slowding</a:t>
            </a:r>
            <a:r>
              <a:rPr lang="en-US"/>
              <a:t> down per iteration loss improvement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413734-FF20-3516-91C5-8C5541E833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F11A3-5556-448D-B4AF-A186AE24052A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84447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9E24F-9C2D-58EB-1144-741BD31BF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B23EFF-FEB0-32F7-1E7B-B2BC6D82DB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F7E0EC-2170-97A4-BF1E-904B5A1603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0FFF7E-8BDC-86C5-5674-AC47FB538A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F11A3-5556-448D-B4AF-A186AE24052A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43619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172F7-6FCE-A472-7A4B-E834DB55C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279738-8C25-1146-2A6A-D0B7C370CB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BA22AA-956E-6390-840A-B5A35B6E9E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4E444F-1540-3CAA-4FD0-D6370566FB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F11A3-5556-448D-B4AF-A186AE24052A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09660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70362-6697-89C8-6B2A-85F624835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9F6C6F-833A-6BED-3882-DFD139370D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3C5A59-1566-06E9-370A-F0114E1862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216A4A-DCD3-C66B-CEFF-DE43331E80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F11A3-5556-448D-B4AF-A186AE24052A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31215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BAE77-D6EA-E09E-5BF0-01EA62D80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B505CE-C79D-4F47-7100-6C61308276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CAB2F6-B8EE-E28B-52C3-647888E799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B17917-BB52-AA7D-B3D6-82CC5093F2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F11A3-5556-448D-B4AF-A186AE24052A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0000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F11A3-5556-448D-B4AF-A186AE24052A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07143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15A6F-87D8-E274-F0E1-BFA5709DB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127D8A-0A56-7F99-1BA1-E2C2FA3535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917081-5B62-398B-A73B-E5BC520AED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Expected batch size is due to Poisson subsampling, where we include each sample independently in a batch with probability B/N, so batch size isn’t fixed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E3656C-34E4-6B13-F07B-42F32B13AA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F11A3-5556-448D-B4AF-A186AE24052A}" type="slidenum">
              <a:rPr lang="en-IN" smtClean="0"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90497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DC083-2FB5-626D-99AA-32EDB495B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4503CD-A241-34D7-AD34-1C8D1E302D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2535A2-1FA3-A68A-9B71-46F287B41E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Expected batch size is due to Poisson subsampling, where we include each sample independently in a batch with probability B/N, so batch size isn’t fixed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9A247C-58BF-73A9-74AA-BE63957A70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F11A3-5556-448D-B4AF-A186AE24052A}" type="slidenum">
              <a:rPr lang="en-IN" smtClean="0"/>
              <a:t>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28932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31618-D155-C039-8BC3-F9B62A57F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DD69A1-ADE2-372B-FCA4-EC7B88FC56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6E098E-962C-720F-E468-8D81B68622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Expected batch size is due to Poisson subsampling, where we include each sample independently in a batch with probability B/N, so batch size isn’t fixed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4926E-0F4B-3C39-D5D5-FE550D5A7E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F11A3-5556-448D-B4AF-A186AE24052A}" type="slidenum">
              <a:rPr lang="en-IN" smtClean="0"/>
              <a:t>32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26747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41438-3FBE-09DE-1A8C-8CC1B52D3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61F88B-492A-FA2D-8871-33E6CBDE0B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1C4891-D7A4-8571-5C9C-960D2238CE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75E124-1483-BDAD-E6E0-D14C6288BE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F11A3-5556-448D-B4AF-A186AE24052A}" type="slidenum">
              <a:rPr lang="en-IN" smtClean="0"/>
              <a:t>33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181322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5EE30-6296-23AD-F2C1-273AA484B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A378CB-C3C9-85EF-839C-325040849A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7E6B77-C14A-5437-1586-0D2DC0B7DF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A4FB7B-8AA0-7A28-0C3B-02F8BB9DED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F11A3-5556-448D-B4AF-A186AE24052A}" type="slidenum">
              <a:rPr lang="en-IN" smtClean="0"/>
              <a:t>34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657874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A2327-4B5E-A8C7-C7DE-EF4FF7DF7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973ABF-D95A-ED36-DF14-6521D6B4E7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360A2C-4BD3-0387-6D9D-9893862285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Gaussian DP + CLT and Compose trade off function are privacy/moment accountant which calculated the actual privacy budget spent during training</a:t>
            </a:r>
          </a:p>
          <a:p>
            <a:endParaRPr lang="en-US"/>
          </a:p>
          <a:p>
            <a:r>
              <a:rPr lang="en-US"/>
              <a:t>Prefix- prefix tuning</a:t>
            </a:r>
          </a:p>
          <a:p>
            <a:r>
              <a:rPr lang="en-US"/>
              <a:t>RGP – </a:t>
            </a:r>
            <a:r>
              <a:rPr lang="en-US" err="1"/>
              <a:t>Reparameterized</a:t>
            </a:r>
            <a:r>
              <a:rPr lang="en-US"/>
              <a:t> Gradient Perturbation: a method which applies DP on BERT fine-tuning</a:t>
            </a:r>
          </a:p>
          <a:p>
            <a:r>
              <a:rPr lang="en-US"/>
              <a:t>Top-2 – Finetuning top 2 transformer blocks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265DEC-E624-8C26-2FA4-6E14DC3BA7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F11A3-5556-448D-B4AF-A186AE24052A}" type="slidenum">
              <a:rPr lang="en-IN" smtClean="0"/>
              <a:t>35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992356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93548-73C8-465B-1ABA-E42E019D1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5CDD7C-53BA-B6E8-D76D-AA7D4583D9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D8E29F-3D6B-CB92-CA42-9334B22C4A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A366AC-7814-854B-2D02-237431C3E3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F11A3-5556-448D-B4AF-A186AE24052A}" type="slidenum">
              <a:rPr lang="en-IN" smtClean="0"/>
              <a:t>36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071583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04746-29DE-DD33-4A34-D898012BA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C9AACE-6D14-2833-E874-E7794B965B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AA2606-0756-D940-F61A-47236CED42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s -&gt; output, w - &gt; weight matrix,  a-&gt; input, g</a:t>
            </a:r>
            <a:r>
              <a:rPr lang="en-US">
                <a:sym typeface="Wingdings" pitchFamily="2" charset="2"/>
              </a:rPr>
              <a:t> gradient </a:t>
            </a:r>
            <a:r>
              <a:rPr lang="en-US" err="1">
                <a:sym typeface="Wingdings" pitchFamily="2" charset="2"/>
              </a:rPr>
              <a:t>wrt</a:t>
            </a:r>
            <a:r>
              <a:rPr lang="en-US">
                <a:sym typeface="Wingdings" pitchFamily="2" charset="2"/>
              </a:rPr>
              <a:t> s</a:t>
            </a:r>
            <a:endParaRPr lang="en-US"/>
          </a:p>
          <a:p>
            <a:endParaRPr lang="en-US"/>
          </a:p>
          <a:p>
            <a:r>
              <a:rPr lang="en-US"/>
              <a:t>s = w · 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∂s/∂w = a</a:t>
            </a:r>
          </a:p>
          <a:p>
            <a:endParaRPr lang="en-US"/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∂L/∂w  =  (∂L/∂s) · (∂s/∂w)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∂L/∂w  = </a:t>
            </a:r>
            <a:r>
              <a:rPr lang="en-IN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g.a</a:t>
            </a:r>
            <a:r>
              <a:rPr lang="en-I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52C782-C82F-1E0E-CFBC-A7F17A9250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F11A3-5556-448D-B4AF-A186AE24052A}" type="slidenum">
              <a:rPr lang="en-IN" smtClean="0"/>
              <a:t>37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815710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62B8D-3C96-26D7-01AD-505F3391A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97AF80-3C75-4F05-A828-72D651E5DC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28E055-D112-E1FC-FD97-04F7CEC5EF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FF848D-41D1-E0D4-5999-1AB403D3D9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F11A3-5556-448D-B4AF-A186AE24052A}" type="slidenum">
              <a:rPr lang="en-IN" smtClean="0"/>
              <a:t>38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465749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F11A3-5556-448D-B4AF-A186AE24052A}" type="slidenum">
              <a:rPr lang="en-IN" smtClean="0"/>
              <a:t>40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293867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298B1-20E5-911B-19C0-346712AAF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3C1548-FF13-368B-1FF0-4E7FFCA40F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A10D94-C08D-5E62-21EF-AF64D6C34C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D3A561-C6F7-3D0E-3F5D-AA10C51DF3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F11A3-5556-448D-B4AF-A186AE24052A}" type="slidenum">
              <a:rPr lang="en-IN" smtClean="0"/>
              <a:t>41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188756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Because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F11A3-5556-448D-B4AF-A186AE24052A}" type="slidenum">
              <a:rPr lang="en-IN" smtClean="0"/>
              <a:t>43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35696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SanText</a:t>
            </a:r>
            <a:r>
              <a:rPr lang="en-US"/>
              <a:t> is a prior work which has candidate list of vocabulary size</a:t>
            </a:r>
          </a:p>
          <a:p>
            <a:r>
              <a:rPr lang="en-US" err="1"/>
              <a:t>SanText</a:t>
            </a:r>
            <a:r>
              <a:rPr lang="en-US"/>
              <a:t> has </a:t>
            </a:r>
            <a:r>
              <a:rPr lang="en-US" err="1"/>
              <a:t>ε</a:t>
            </a:r>
            <a:r>
              <a:rPr lang="en-US"/>
              <a:t>’ as it uses metric-LDP 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F11A3-5556-448D-B4AF-A186AE24052A}" type="slidenum">
              <a:rPr lang="en-IN" smtClean="0"/>
              <a:t>44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270060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D72E5-0780-537D-4E85-96092CBF5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122C17-9F6C-73CD-B644-D45CB98B62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EBF353-5B74-58CD-B616-FB49E32C9F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2E06D4-9DC7-853F-76CA-54E82B663F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F11A3-5556-448D-B4AF-A186AE24052A}" type="slidenum">
              <a:rPr lang="en-IN" smtClean="0"/>
              <a:t>45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898345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Overview of DYNTEXT. Given a sensitive text, DYNTEXT sanitizes it through three modules, executed sequentially: </a:t>
            </a:r>
          </a:p>
          <a:p>
            <a:pPr marL="228600" indent="-228600">
              <a:buAutoNum type="arabicParenBoth"/>
            </a:pPr>
            <a:r>
              <a:rPr lang="en-I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Semantic-based Density Information </a:t>
            </a:r>
            <a:r>
              <a:rPr lang="en-IN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Modeling</a:t>
            </a:r>
            <a:r>
              <a:rPr lang="en-I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under DP extracts each token’s semantic-based] density information in the embedding space and applies noise; </a:t>
            </a:r>
          </a:p>
          <a:p>
            <a:pPr marL="228600" indent="-228600">
              <a:buAutoNum type="arabicParenBoth"/>
            </a:pPr>
            <a:r>
              <a:rPr lang="en-I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Dynamic Construction of Adjacency List builds an adjacency list for each token based on this density information; </a:t>
            </a:r>
          </a:p>
          <a:p>
            <a:pPr marL="228600" indent="-228600">
              <a:buAutoNum type="arabicParenBoth"/>
            </a:pPr>
            <a:r>
              <a:rPr lang="en-I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Finally, Private Token Replacement via Similarity samples non-sensitive tokens from the adjacency list to replace sensitive tokens.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F11A3-5556-448D-B4AF-A186AE24052A}" type="slidenum">
              <a:rPr lang="en-IN" smtClean="0"/>
              <a:t>47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825846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0E532-4BFA-7791-B130-F4D0BAF6D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C1710C-7F13-1471-E0AA-B900856F75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EF93B4-BC2E-2CF2-4E88-02D3AB4031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ED077D-8023-4D27-7FA3-18A245A4EC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F11A3-5556-448D-B4AF-A186AE24052A}" type="slidenum">
              <a:rPr lang="en-IN" smtClean="0"/>
              <a:t>48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982618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FF607-8282-E7F4-1306-679BA9BA2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E01262-0F52-49A7-DA4B-08D456E0ED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02F3DB-B538-15B6-87F8-561A726773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A724DA-221E-7153-D585-63E292FF4A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F11A3-5556-448D-B4AF-A186AE24052A}" type="slidenum">
              <a:rPr lang="en-IN" smtClean="0"/>
              <a:t>49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20264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303FED-07E7-76C4-13A1-99FFE9E75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C8F87F-F56F-AE76-A684-0B52A675E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https://watermark02.silverchair.com/coli_a_00422.pdf?token=AQECAHi208BE49Ooan9kkhW_Ercy7Dm3ZL_9Cf3qfKAc485ysgAAAzkwggM1BgkqhkiG9w0BBwagggMmMIIDIgIBADCCAxsGCSqGSIb3DQEHATAeBglghkgBZQMEAS4wEQQMUZQqAPdM_QvLVwqKAgEQgIIC7Kzk3cQFtvH3dUoG-b7hnEbVAXi2D_x7nZou6P3w118roaZXsP_6KHNs8FwojaS26RiW3c2kJg8NG8S0g76JCXL-OZmfeSBgaJ4B2Vb3-sroNnLWViCEHB8IMJkHpJzdo348GNRa5Vf6MNYEzsm21SqbPC-k8ytq7OUO5DlxmOjotvMA4Z9Q5PD3OjQcVrhDJpwjjYghmlrWeky9tXDS7DAxdtHUnfUIezY3Gh_ucYiewMsHsiOLgykLqfTmzKnb5YVKxZLmxagfoBNtBjMEQKxCv2d7PMya9VDlN9pWJ6HKIjav54wh0BqHa_LXT_Sn6CP3vfVUiPfIBq8DbE4SDfE2IoUIaSnT5IKHV4zKxMnX7mxJlsp8Dkw-y_Ppxfm0HBQmIgR_JC6BxyXVOef76LnoeaWjLt9RoPXpxQ9akAsaCUHO673bMTvD1rWHiByZIz2cTwzmD7Vaq_zMNiQ2ufdUbVS3XVWG2ZxG_g5DuQhnh1BzL1lbz5YrVYyjTL1KGjshPfjBWarGMQ_8SfgDlP6z9auGVPrLGqhSw2AL1PszlFri4JPMcew3VU3NlEjuM9oQ2pgts5b93fTK3oB3zGf3JYwQEQ4l_z5Zs6E786jo4MBZGv2SQWYUIIKmYz1cGzaciGKV2Q3aNHu2AwclvafDIYzG_lw7exgG1LwT0PU82Jsz9mS9U3JMm_-vTamfWZl3dX1vcEVkxfbIn69jGvDXU_URHaERahmtyRJG9vbWXuIxyMNOBqu3anm-JwfD8EHwhMLjDv1-OAxbWQwuyL96p9iKLr7JKvjl0ryZQ8zkCQ9I9ZEzs2iL3Dcwo2fxNdzS9xW91BDo8d5WwdYdvgZlEVJRVHxvbb8yyV8siFdNysCr6hEE7fg1DFE5MaadCyQ88oaIwxDhsemUTm1KtfJ8SWIiRuZsBuNDOlwa5r79UWFj4HrjwLQj8ESXp-Kzl3gJFfpBNzB8g_BjrTUGmq0jyWbcZmgIWTUw1o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A2CE1C-67BD-0403-5A27-B58139AC0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4CB0B6-7364-4DB4-A9F7-5CA3967E8B6A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8829227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7AD37-0281-FB24-731D-FFD0C5D9A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90210-32CB-5F27-65A9-D7729E46F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https://watermark02.silverchair.com/coli_a_00422.pdf?token=AQECAHi208BE49Ooan9kkhW_Ercy7Dm3ZL_9Cf3qfKAc485ysgAAAzkwggM1BgkqhkiG9w0BBwagggMmMIIDIgIBADCCAxsGCSqGSIb3DQEHATAeBglghkgBZQMEAS4wEQQMUZQqAPdM_QvLVwqKAgEQgIIC7Kzk3cQFtvH3dUoG-b7hnEbVAXi2D_x7nZou6P3w118roaZXsP_6KHNs8FwojaS26RiW3c2kJg8NG8S0g76JCXL-OZmfeSBgaJ4B2Vb3-sroNnLWViCEHB8IMJkHpJzdo348GNRa5Vf6MNYEzsm21SqbPC-k8ytq7OUO5DlxmOjotvMA4Z9Q5PD3OjQcVrhDJpwjjYghmlrWeky9tXDS7DAxdtHUnfUIezY3Gh_ucYiewMsHsiOLgykLqfTmzKnb5YVKxZLmxagfoBNtBjMEQKxCv2d7PMya9VDlN9pWJ6HKIjav54wh0BqHa_LXT_Sn6CP3vfVUiPfIBq8DbE4SDfE2IoUIaSnT5IKHV4zKxMnX7mxJlsp8Dkw-y_Ppxfm0HBQmIgR_JC6BxyXVOef76LnoeaWjLt9RoPXpxQ9akAsaCUHO673bMTvD1rWHiByZIz2cTwzmD7Vaq_zMNiQ2ufdUbVS3XVWG2ZxG_g5DuQhnh1BzL1lbz5YrVYyjTL1KGjshPfjBWarGMQ_8SfgDlP6z9auGVPrLGqhSw2AL1PszlFri4JPMcew3VU3NlEjuM9oQ2pgts5b93fTK3oB3zGf3JYwQEQ4l_z5Zs6E786jo4MBZGv2SQWYUIIKmYz1cGzaciGKV2Q3aNHu2AwclvafDIYzG_lw7exgG1LwT0PU82Jsz9mS9U3JMm_-vTamfWZl3dX1vcEVkxfbIn69jGvDXU_URHaERahmtyRJG9vbWXuIxyMNOBqu3anm-JwfD8EHwhMLjDv1-OAxbWQwuyL96p9iKLr7JKvjl0ryZQ8zkCQ9I9ZEzs2iL3Dcwo2fxNdzS9xW91BDo8d5WwdYdvgZlEVJRVHxvbb8yyV8siFdNysCr6hEE7fg1DFE5MaadCyQ88oaIwxDhsemUTm1KtfJ8SWIiRuZsBuNDOlwa5r79UWFj4HrjwLQj8ESXp-Kzl3gJFfpBNzB8g_BjrTUGmq0jyWbcZmgIWTUw1o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BCA71-F981-E417-CCB1-52BF445A4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BDD956-8DD1-4712-B259-3593B02F3338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2821744"/>
      </p:ext>
    </p:extLst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35D58B-8061-97F3-A9AA-9065C2010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D7A2BC-4828-49A3-E789-E59DD72C8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https://watermark02.silverchair.com/coli_a_00422.pdf?token=AQECAHi208BE49Ooan9kkhW_Ercy7Dm3ZL_9Cf3qfKAc485ysgAAAzkwggM1BgkqhkiG9w0BBwagggMmMIIDIgIBADCCAxsGCSqGSIb3DQEHATAeBglghkgBZQMEAS4wEQQMUZQqAPdM_QvLVwqKAgEQgIIC7Kzk3cQFtvH3dUoG-b7hnEbVAXi2D_x7nZou6P3w118roaZXsP_6KHNs8FwojaS26RiW3c2kJg8NG8S0g76JCXL-OZmfeSBgaJ4B2Vb3-sroNnLWViCEHB8IMJkHpJzdo348GNRa5Vf6MNYEzsm21SqbPC-k8ytq7OUO5DlxmOjotvMA4Z9Q5PD3OjQcVrhDJpwjjYghmlrWeky9tXDS7DAxdtHUnfUIezY3Gh_ucYiewMsHsiOLgykLqfTmzKnb5YVKxZLmxagfoBNtBjMEQKxCv2d7PMya9VDlN9pWJ6HKIjav54wh0BqHa_LXT_Sn6CP3vfVUiPfIBq8DbE4SDfE2IoUIaSnT5IKHV4zKxMnX7mxJlsp8Dkw-y_Ppxfm0HBQmIgR_JC6BxyXVOef76LnoeaWjLt9RoPXpxQ9akAsaCUHO673bMTvD1rWHiByZIz2cTwzmD7Vaq_zMNiQ2ufdUbVS3XVWG2ZxG_g5DuQhnh1BzL1lbz5YrVYyjTL1KGjshPfjBWarGMQ_8SfgDlP6z9auGVPrLGqhSw2AL1PszlFri4JPMcew3VU3NlEjuM9oQ2pgts5b93fTK3oB3zGf3JYwQEQ4l_z5Zs6E786jo4MBZGv2SQWYUIIKmYz1cGzaciGKV2Q3aNHu2AwclvafDIYzG_lw7exgG1LwT0PU82Jsz9mS9U3JMm_-vTamfWZl3dX1vcEVkxfbIn69jGvDXU_URHaERahmtyRJG9vbWXuIxyMNOBqu3anm-JwfD8EHwhMLjDv1-OAxbWQwuyL96p9iKLr7JKvjl0ryZQ8zkCQ9I9ZEzs2iL3Dcwo2fxNdzS9xW91BDo8d5WwdYdvgZlEVJRVHxvbb8yyV8siFdNysCr6hEE7fg1DFE5MaadCyQ88oaIwxDhsemUTm1KtfJ8SWIiRuZsBuNDOlwa5r79UWFj4HrjwLQj8ESXp-Kzl3gJFfpBNzB8g_BjrTUGmq0jyWbcZmgIWTUw1o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FA6B37-EDF4-5D91-B971-D199B285C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031C9E-3200-47A5-BB56-B709C2FCD541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603322"/>
      </p:ext>
    </p:extLst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DA36FF4-9352-011A-2BB2-F3995141F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13BF0EA-C950-D6D2-2BB6-CCC651A0B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https://watermark02.silverchair.com/coli_a_00422.pdf?token=AQECAHi208BE49Ooan9kkhW_Ercy7Dm3ZL_9Cf3qfKAc485ysgAAAzkwggM1BgkqhkiG9w0BBwagggMmMIIDIgIBADCCAxsGCSqGSIb3DQEHATAeBglghkgBZQMEAS4wEQQMUZQqAPdM_QvLVwqKAgEQgIIC7Kzk3cQFtvH3dUoG-b7hnEbVAXi2D_x7nZou6P3w118roaZXsP_6KHNs8FwojaS26RiW3c2kJg8NG8S0g76JCXL-OZmfeSBgaJ4B2Vb3-sroNnLWViCEHB8IMJkHpJzdo348GNRa5Vf6MNYEzsm21SqbPC-k8ytq7OUO5DlxmOjotvMA4Z9Q5PD3OjQcVrhDJpwjjYghmlrWeky9tXDS7DAxdtHUnfUIezY3Gh_ucYiewMsHsiOLgykLqfTmzKnb5YVKxZLmxagfoBNtBjMEQKxCv2d7PMya9VDlN9pWJ6HKIjav54wh0BqHa_LXT_Sn6CP3vfVUiPfIBq8DbE4SDfE2IoUIaSnT5IKHV4zKxMnX7mxJlsp8Dkw-y_Ppxfm0HBQmIgR_JC6BxyXVOef76LnoeaWjLt9RoPXpxQ9akAsaCUHO673bMTvD1rWHiByZIz2cTwzmD7Vaq_zMNiQ2ufdUbVS3XVWG2ZxG_g5DuQhnh1BzL1lbz5YrVYyjTL1KGjshPfjBWarGMQ_8SfgDlP6z9auGVPrLGqhSw2AL1PszlFri4JPMcew3VU3NlEjuM9oQ2pgts5b93fTK3oB3zGf3JYwQEQ4l_z5Zs6E786jo4MBZGv2SQWYUIIKmYz1cGzaciGKV2Q3aNHu2AwclvafDIYzG_lw7exgG1LwT0PU82Jsz9mS9U3JMm_-vTamfWZl3dX1vcEVkxfbIn69jGvDXU_URHaERahmtyRJG9vbWXuIxyMNOBqu3anm-JwfD8EHwhMLjDv1-OAxbWQwuyL96p9iKLr7JKvjl0ryZQ8zkCQ9I9ZEzs2iL3Dcwo2fxNdzS9xW91BDo8d5WwdYdvgZlEVJRVHxvbb8yyV8siFdNysCr6hEE7fg1DFE5MaadCyQ88oaIwxDhsemUTm1KtfJ8SWIiRuZsBuNDOlwa5r79UWFj4HrjwLQj8ESXp-Kzl3gJFfpBNzB8g_BjrTUGmq0jyWbcZmgIWTUw1o4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287E94C-08C2-EBEC-7662-536F78F00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F98326-3654-475C-B366-15B4AF75F7C8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0818994"/>
      </p:ext>
    </p:extLst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FCEB6182-51AC-37BA-92E3-E00E1A92E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07FE3235-72EF-E9FF-650F-CC54DD55A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https://watermark02.silverchair.com/coli_a_00422.pdf?token=AQECAHi208BE49Ooan9kkhW_Ercy7Dm3ZL_9Cf3qfKAc485ysgAAAzkwggM1BgkqhkiG9w0BBwagggMmMIIDIgIBADCCAxsGCSqGSIb3DQEHATAeBglghkgBZQMEAS4wEQQMUZQqAPdM_QvLVwqKAgEQgIIC7Kzk3cQFtvH3dUoG-b7hnEbVAXi2D_x7nZou6P3w118roaZXsP_6KHNs8FwojaS26RiW3c2kJg8NG8S0g76JCXL-OZmfeSBgaJ4B2Vb3-sroNnLWViCEHB8IMJkHpJzdo348GNRa5Vf6MNYEzsm21SqbPC-k8ytq7OUO5DlxmOjotvMA4Z9Q5PD3OjQcVrhDJpwjjYghmlrWeky9tXDS7DAxdtHUnfUIezY3Gh_ucYiewMsHsiOLgykLqfTmzKnb5YVKxZLmxagfoBNtBjMEQKxCv2d7PMya9VDlN9pWJ6HKIjav54wh0BqHa_LXT_Sn6CP3vfVUiPfIBq8DbE4SDfE2IoUIaSnT5IKHV4zKxMnX7mxJlsp8Dkw-y_Ppxfm0HBQmIgR_JC6BxyXVOef76LnoeaWjLt9RoPXpxQ9akAsaCUHO673bMTvD1rWHiByZIz2cTwzmD7Vaq_zMNiQ2ufdUbVS3XVWG2ZxG_g5DuQhnh1BzL1lbz5YrVYyjTL1KGjshPfjBWarGMQ_8SfgDlP6z9auGVPrLGqhSw2AL1PszlFri4JPMcew3VU3NlEjuM9oQ2pgts5b93fTK3oB3zGf3JYwQEQ4l_z5Zs6E786jo4MBZGv2SQWYUIIKmYz1cGzaciGKV2Q3aNHu2AwclvafDIYzG_lw7exgG1LwT0PU82Jsz9mS9U3JMm_-vTamfWZl3dX1vcEVkxfbIn69jGvDXU_URHaERahmtyRJG9vbWXuIxyMNOBqu3anm-JwfD8EHwhMLjDv1-OAxbWQwuyL96p9iKLr7JKvjl0ryZQ8zkCQ9I9ZEzs2iL3Dcwo2fxNdzS9xW91BDo8d5WwdYdvgZlEVJRVHxvbb8yyV8siFdNysCr6hEE7fg1DFE5MaadCyQ88oaIwxDhsemUTm1KtfJ8SWIiRuZsBuNDOlwa5r79UWFj4HrjwLQj8ESXp-Kzl3gJFfpBNzB8g_BjrTUGmq0jyWbcZmgIWTUw1o4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625E108-FD63-B995-75F8-74142261A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D3C3BE-6B28-4F77-9BC1-36B585999499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7309254"/>
      </p:ext>
    </p:extLst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09B71A34-C7F8-9996-1C1C-9E3CF215F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A654E7E-CBB4-5EB0-A494-B57404BB8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https://watermark02.silverchair.com/coli_a_00422.pdf?token=AQECAHi208BE49Ooan9kkhW_Ercy7Dm3ZL_9Cf3qfKAc485ysgAAAzkwggM1BgkqhkiG9w0BBwagggMmMIIDIgIBADCCAxsGCSqGSIb3DQEHATAeBglghkgBZQMEAS4wEQQMUZQqAPdM_QvLVwqKAgEQgIIC7Kzk3cQFtvH3dUoG-b7hnEbVAXi2D_x7nZou6P3w118roaZXsP_6KHNs8FwojaS26RiW3c2kJg8NG8S0g76JCXL-OZmfeSBgaJ4B2Vb3-sroNnLWViCEHB8IMJkHpJzdo348GNRa5Vf6MNYEzsm21SqbPC-k8ytq7OUO5DlxmOjotvMA4Z9Q5PD3OjQcVrhDJpwjjYghmlrWeky9tXDS7DAxdtHUnfUIezY3Gh_ucYiewMsHsiOLgykLqfTmzKnb5YVKxZLmxagfoBNtBjMEQKxCv2d7PMya9VDlN9pWJ6HKIjav54wh0BqHa_LXT_Sn6CP3vfVUiPfIBq8DbE4SDfE2IoUIaSnT5IKHV4zKxMnX7mxJlsp8Dkw-y_Ppxfm0HBQmIgR_JC6BxyXVOef76LnoeaWjLt9RoPXpxQ9akAsaCUHO673bMTvD1rWHiByZIz2cTwzmD7Vaq_zMNiQ2ufdUbVS3XVWG2ZxG_g5DuQhnh1BzL1lbz5YrVYyjTL1KGjshPfjBWarGMQ_8SfgDlP6z9auGVPrLGqhSw2AL1PszlFri4JPMcew3VU3NlEjuM9oQ2pgts5b93fTK3oB3zGf3JYwQEQ4l_z5Zs6E786jo4MBZGv2SQWYUIIKmYz1cGzaciGKV2Q3aNHu2AwclvafDIYzG_lw7exgG1LwT0PU82Jsz9mS9U3JMm_-vTamfWZl3dX1vcEVkxfbIn69jGvDXU_URHaERahmtyRJG9vbWXuIxyMNOBqu3anm-JwfD8EHwhMLjDv1-OAxbWQwuyL96p9iKLr7JKvjl0ryZQ8zkCQ9I9ZEzs2iL3Dcwo2fxNdzS9xW91BDo8d5WwdYdvgZlEVJRVHxvbb8yyV8siFdNysCr6hEE7fg1DFE5MaadCyQ88oaIwxDhsemUTm1KtfJ8SWIiRuZsBuNDOlwa5r79UWFj4HrjwLQj8ESXp-Kzl3gJFfpBNzB8g_BjrTUGmq0jyWbcZmgIWTUw1o4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56EF28B-D2F9-AE7E-CD23-9E2F14B10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1502C4-42E8-49E5-82F8-7C913190E775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3153530"/>
      </p:ext>
    </p:extLst>
  </p:cSld>
  <p:clrMapOvr>
    <a:masterClrMapping/>
  </p:clrMapOvr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6DF79F1-0F63-3E24-91F1-FA92F55BB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A910580-B649-0FAD-EFB8-FF4CFAC31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https://watermark02.silverchair.com/coli_a_00422.pdf?token=AQECAHi208BE49Ooan9kkhW_Ercy7Dm3ZL_9Cf3qfKAc485ysgAAAzkwggM1BgkqhkiG9w0BBwagggMmMIIDIgIBADCCAxsGCSqGSIb3DQEHATAeBglghkgBZQMEAS4wEQQMUZQqAPdM_QvLVwqKAgEQgIIC7Kzk3cQFtvH3dUoG-b7hnEbVAXi2D_x7nZou6P3w118roaZXsP_6KHNs8FwojaS26RiW3c2kJg8NG8S0g76JCXL-OZmfeSBgaJ4B2Vb3-sroNnLWViCEHB8IMJkHpJzdo348GNRa5Vf6MNYEzsm21SqbPC-k8ytq7OUO5DlxmOjotvMA4Z9Q5PD3OjQcVrhDJpwjjYghmlrWeky9tXDS7DAxdtHUnfUIezY3Gh_ucYiewMsHsiOLgykLqfTmzKnb5YVKxZLmxagfoBNtBjMEQKxCv2d7PMya9VDlN9pWJ6HKIjav54wh0BqHa_LXT_Sn6CP3vfVUiPfIBq8DbE4SDfE2IoUIaSnT5IKHV4zKxMnX7mxJlsp8Dkw-y_Ppxfm0HBQmIgR_JC6BxyXVOef76LnoeaWjLt9RoPXpxQ9akAsaCUHO673bMTvD1rWHiByZIz2cTwzmD7Vaq_zMNiQ2ufdUbVS3XVWG2ZxG_g5DuQhnh1BzL1lbz5YrVYyjTL1KGjshPfjBWarGMQ_8SfgDlP6z9auGVPrLGqhSw2AL1PszlFri4JPMcew3VU3NlEjuM9oQ2pgts5b93fTK3oB3zGf3JYwQEQ4l_z5Zs6E786jo4MBZGv2SQWYUIIKmYz1cGzaciGKV2Q3aNHu2AwclvafDIYzG_lw7exgG1LwT0PU82Jsz9mS9U3JMm_-vTamfWZl3dX1vcEVkxfbIn69jGvDXU_URHaERahmtyRJG9vbWXuIxyMNOBqu3anm-JwfD8EHwhMLjDv1-OAxbWQwuyL96p9iKLr7JKvjl0ryZQ8zkCQ9I9ZEzs2iL3Dcwo2fxNdzS9xW91BDo8d5WwdYdvgZlEVJRVHxvbb8yyV8siFdNysCr6hEE7fg1DFE5MaadCyQ88oaIwxDhsemUTm1KtfJ8SWIiRuZsBuNDOlwa5r79UWFj4HrjwLQj8ESXp-Kzl3gJFfpBNzB8g_BjrTUGmq0jyWbcZmgIWTUw1o4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AF0AD58-6F45-C4B2-F3E1-171BBD3D9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5E5809-FE59-43E9-81AE-2BBC87D1BAF7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6674332"/>
      </p:ext>
    </p:extLst>
  </p:cSld>
  <p:clrMapOvr>
    <a:masterClrMapping/>
  </p:clrMapOvr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E4B98B2-63FF-19A5-E264-B282642A1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7D2491B-3B69-005F-07F6-1DE42AE7F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https://watermark02.silverchair.com/coli_a_00422.pdf?token=AQECAHi208BE49Ooan9kkhW_Ercy7Dm3ZL_9Cf3qfKAc485ysgAAAzkwggM1BgkqhkiG9w0BBwagggMmMIIDIgIBADCCAxsGCSqGSIb3DQEHATAeBglghkgBZQMEAS4wEQQMUZQqAPdM_QvLVwqKAgEQgIIC7Kzk3cQFtvH3dUoG-b7hnEbVAXi2D_x7nZou6P3w118roaZXsP_6KHNs8FwojaS26RiW3c2kJg8NG8S0g76JCXL-OZmfeSBgaJ4B2Vb3-sroNnLWViCEHB8IMJkHpJzdo348GNRa5Vf6MNYEzsm21SqbPC-k8ytq7OUO5DlxmOjotvMA4Z9Q5PD3OjQcVrhDJpwjjYghmlrWeky9tXDS7DAxdtHUnfUIezY3Gh_ucYiewMsHsiOLgykLqfTmzKnb5YVKxZLmxagfoBNtBjMEQKxCv2d7PMya9VDlN9pWJ6HKIjav54wh0BqHa_LXT_Sn6CP3vfVUiPfIBq8DbE4SDfE2IoUIaSnT5IKHV4zKxMnX7mxJlsp8Dkw-y_Ppxfm0HBQmIgR_JC6BxyXVOef76LnoeaWjLt9RoPXpxQ9akAsaCUHO673bMTvD1rWHiByZIz2cTwzmD7Vaq_zMNiQ2ufdUbVS3XVWG2ZxG_g5DuQhnh1BzL1lbz5YrVYyjTL1KGjshPfjBWarGMQ_8SfgDlP6z9auGVPrLGqhSw2AL1PszlFri4JPMcew3VU3NlEjuM9oQ2pgts5b93fTK3oB3zGf3JYwQEQ4l_z5Zs6E786jo4MBZGv2SQWYUIIKmYz1cGzaciGKV2Q3aNHu2AwclvafDIYzG_lw7exgG1LwT0PU82Jsz9mS9U3JMm_-vTamfWZl3dX1vcEVkxfbIn69jGvDXU_URHaERahmtyRJG9vbWXuIxyMNOBqu3anm-JwfD8EHwhMLjDv1-OAxbWQwuyL96p9iKLr7JKvjl0ryZQ8zkCQ9I9ZEzs2iL3Dcwo2fxNdzS9xW91BDo8d5WwdYdvgZlEVJRVHxvbb8yyV8siFdNysCr6hEE7fg1DFE5MaadCyQ88oaIwxDhsemUTm1KtfJ8SWIiRuZsBuNDOlwa5r79UWFj4HrjwLQj8ESXp-Kzl3gJFfpBNzB8g_BjrTUGmq0jyWbcZmgIWTUw1o4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5E00DBF-4031-F56D-066A-7B22DA158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B957E9-77A8-4507-8FE3-DCE89B0FBE2F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3572230"/>
      </p:ext>
    </p:extLst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1C30AE0-1A9E-322E-4C45-001667C1C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474471C-0835-63A4-7407-61C9B7091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https://watermark02.silverchair.com/coli_a_00422.pdf?token=AQECAHi208BE49Ooan9kkhW_Ercy7Dm3ZL_9Cf3qfKAc485ysgAAAzkwggM1BgkqhkiG9w0BBwagggMmMIIDIgIBADCCAxsGCSqGSIb3DQEHATAeBglghkgBZQMEAS4wEQQMUZQqAPdM_QvLVwqKAgEQgIIC7Kzk3cQFtvH3dUoG-b7hnEbVAXi2D_x7nZou6P3w118roaZXsP_6KHNs8FwojaS26RiW3c2kJg8NG8S0g76JCXL-OZmfeSBgaJ4B2Vb3-sroNnLWViCEHB8IMJkHpJzdo348GNRa5Vf6MNYEzsm21SqbPC-k8ytq7OUO5DlxmOjotvMA4Z9Q5PD3OjQcVrhDJpwjjYghmlrWeky9tXDS7DAxdtHUnfUIezY3Gh_ucYiewMsHsiOLgykLqfTmzKnb5YVKxZLmxagfoBNtBjMEQKxCv2d7PMya9VDlN9pWJ6HKIjav54wh0BqHa_LXT_Sn6CP3vfVUiPfIBq8DbE4SDfE2IoUIaSnT5IKHV4zKxMnX7mxJlsp8Dkw-y_Ppxfm0HBQmIgR_JC6BxyXVOef76LnoeaWjLt9RoPXpxQ9akAsaCUHO673bMTvD1rWHiByZIz2cTwzmD7Vaq_zMNiQ2ufdUbVS3XVWG2ZxG_g5DuQhnh1BzL1lbz5YrVYyjTL1KGjshPfjBWarGMQ_8SfgDlP6z9auGVPrLGqhSw2AL1PszlFri4JPMcew3VU3NlEjuM9oQ2pgts5b93fTK3oB3zGf3JYwQEQ4l_z5Zs6E786jo4MBZGv2SQWYUIIKmYz1cGzaciGKV2Q3aNHu2AwclvafDIYzG_lw7exgG1LwT0PU82Jsz9mS9U3JMm_-vTamfWZl3dX1vcEVkxfbIn69jGvDXU_URHaERahmtyRJG9vbWXuIxyMNOBqu3anm-JwfD8EHwhMLjDv1-OAxbWQwuyL96p9iKLr7JKvjl0ryZQ8zkCQ9I9ZEzs2iL3Dcwo2fxNdzS9xW91BDo8d5WwdYdvgZlEVJRVHxvbb8yyV8siFdNysCr6hEE7fg1DFE5MaadCyQ88oaIwxDhsemUTm1KtfJ8SWIiRuZsBuNDOlwa5r79UWFj4HrjwLQj8ESXp-Kzl3gJFfpBNzB8g_BjrTUGmq0jyWbcZmgIWTUw1o4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FC0B6AE-C97A-383B-7017-EE62C82B1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437BE7-9AB5-4154-9CBF-7369B0B62339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6653617"/>
      </p:ext>
    </p:extLst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E83E1-E8D1-F299-41C1-AC1ABE18E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806A7E-EE0F-6EAB-FBE9-2840324BD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https://watermark02.silverchair.com/coli_a_00422.pdf?token=AQECAHi208BE49Ooan9kkhW_Ercy7Dm3ZL_9Cf3qfKAc485ysgAAAzkwggM1BgkqhkiG9w0BBwagggMmMIIDIgIBADCCAxsGCSqGSIb3DQEHATAeBglghkgBZQMEAS4wEQQMUZQqAPdM_QvLVwqKAgEQgIIC7Kzk3cQFtvH3dUoG-b7hnEbVAXi2D_x7nZou6P3w118roaZXsP_6KHNs8FwojaS26RiW3c2kJg8NG8S0g76JCXL-OZmfeSBgaJ4B2Vb3-sroNnLWViCEHB8IMJkHpJzdo348GNRa5Vf6MNYEzsm21SqbPC-k8ytq7OUO5DlxmOjotvMA4Z9Q5PD3OjQcVrhDJpwjjYghmlrWeky9tXDS7DAxdtHUnfUIezY3Gh_ucYiewMsHsiOLgykLqfTmzKnb5YVKxZLmxagfoBNtBjMEQKxCv2d7PMya9VDlN9pWJ6HKIjav54wh0BqHa_LXT_Sn6CP3vfVUiPfIBq8DbE4SDfE2IoUIaSnT5IKHV4zKxMnX7mxJlsp8Dkw-y_Ppxfm0HBQmIgR_JC6BxyXVOef76LnoeaWjLt9RoPXpxQ9akAsaCUHO673bMTvD1rWHiByZIz2cTwzmD7Vaq_zMNiQ2ufdUbVS3XVWG2ZxG_g5DuQhnh1BzL1lbz5YrVYyjTL1KGjshPfjBWarGMQ_8SfgDlP6z9auGVPrLGqhSw2AL1PszlFri4JPMcew3VU3NlEjuM9oQ2pgts5b93fTK3oB3zGf3JYwQEQ4l_z5Zs6E786jo4MBZGv2SQWYUIIKmYz1cGzaciGKV2Q3aNHu2AwclvafDIYzG_lw7exgG1LwT0PU82Jsz9mS9U3JMm_-vTamfWZl3dX1vcEVkxfbIn69jGvDXU_URHaERahmtyRJG9vbWXuIxyMNOBqu3anm-JwfD8EHwhMLjDv1-OAxbWQwuyL96p9iKLr7JKvjl0ryZQ8zkCQ9I9ZEzs2iL3Dcwo2fxNdzS9xW91BDo8d5WwdYdvgZlEVJRVHxvbb8yyV8siFdNysCr6hEE7fg1DFE5MaadCyQ88oaIwxDhsemUTm1KtfJ8SWIiRuZsBuNDOlwa5r79UWFj4HrjwLQj8ESXp-Kzl3gJFfpBNzB8g_BjrTUGmq0jyWbcZmgIWTUw1o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B0CB2-B0B5-FFCA-002F-F8A6031A5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A4C49C-9E72-4217-A6A5-3C8AF3F4E478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6822614"/>
      </p:ext>
    </p:extLst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5B30E8-0640-287B-B6C2-1E1F986E5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C1F5AB-9B68-FC31-5F11-A4034D241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https://watermark02.silverchair.com/coli_a_00422.pdf?token=AQECAHi208BE49Ooan9kkhW_Ercy7Dm3ZL_9Cf3qfKAc485ysgAAAzkwggM1BgkqhkiG9w0BBwagggMmMIIDIgIBADCCAxsGCSqGSIb3DQEHATAeBglghkgBZQMEAS4wEQQMUZQqAPdM_QvLVwqKAgEQgIIC7Kzk3cQFtvH3dUoG-b7hnEbVAXi2D_x7nZou6P3w118roaZXsP_6KHNs8FwojaS26RiW3c2kJg8NG8S0g76JCXL-OZmfeSBgaJ4B2Vb3-sroNnLWViCEHB8IMJkHpJzdo348GNRa5Vf6MNYEzsm21SqbPC-k8ytq7OUO5DlxmOjotvMA4Z9Q5PD3OjQcVrhDJpwjjYghmlrWeky9tXDS7DAxdtHUnfUIezY3Gh_ucYiewMsHsiOLgykLqfTmzKnb5YVKxZLmxagfoBNtBjMEQKxCv2d7PMya9VDlN9pWJ6HKIjav54wh0BqHa_LXT_Sn6CP3vfVUiPfIBq8DbE4SDfE2IoUIaSnT5IKHV4zKxMnX7mxJlsp8Dkw-y_Ppxfm0HBQmIgR_JC6BxyXVOef76LnoeaWjLt9RoPXpxQ9akAsaCUHO673bMTvD1rWHiByZIz2cTwzmD7Vaq_zMNiQ2ufdUbVS3XVWG2ZxG_g5DuQhnh1BzL1lbz5YrVYyjTL1KGjshPfjBWarGMQ_8SfgDlP6z9auGVPrLGqhSw2AL1PszlFri4JPMcew3VU3NlEjuM9oQ2pgts5b93fTK3oB3zGf3JYwQEQ4l_z5Zs6E786jo4MBZGv2SQWYUIIKmYz1cGzaciGKV2Q3aNHu2AwclvafDIYzG_lw7exgG1LwT0PU82Jsz9mS9U3JMm_-vTamfWZl3dX1vcEVkxfbIn69jGvDXU_URHaERahmtyRJG9vbWXuIxyMNOBqu3anm-JwfD8EHwhMLjDv1-OAxbWQwuyL96p9iKLr7JKvjl0ryZQ8zkCQ9I9ZEzs2iL3Dcwo2fxNdzS9xW91BDo8d5WwdYdvgZlEVJRVHxvbb8yyV8siFdNysCr6hEE7fg1DFE5MaadCyQ88oaIwxDhsemUTm1KtfJ8SWIiRuZsBuNDOlwa5r79UWFj4HrjwLQj8ESXp-Kzl3gJFfpBNzB8g_BjrTUGmq0jyWbcZmgIWTUw1o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ECAF8-02D5-852E-49C8-EFE26F680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05A166-174A-49B9-A1F4-DF4C701D773D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8161736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6380468-96B7-6285-F0AA-0919D173443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7700" y="1214438"/>
            <a:ext cx="10306050" cy="2387600"/>
          </a:xfrm>
        </p:spPr>
        <p:txBody>
          <a:bodyPr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7699" y="3706813"/>
            <a:ext cx="10306049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214117437"/>
      </p:ext>
    </p:extLst>
  </p:cSld>
  <p:clrMapOvr>
    <a:masterClrMapping/>
  </p:clrMapOvr>
  <p:hf sldNum="0"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>
                <a:latin typeface="+mn-lt"/>
              </a:defRPr>
            </a:lvl1pPr>
            <a:lvl2pPr>
              <a:defRPr sz="2000">
                <a:latin typeface="+mn-lt"/>
              </a:defRPr>
            </a:lvl2pPr>
            <a:lvl3pPr>
              <a:defRPr sz="18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400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32288297"/>
      </p:ext>
    </p:extLst>
  </p:cSld>
  <p:clrMapOvr>
    <a:masterClrMapping/>
  </p:clrMapOvr>
  <p:hf sldNum="0"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09383682"/>
      </p:ext>
    </p:extLst>
  </p:cSld>
  <p:clrMapOvr>
    <a:masterClrMapping/>
  </p:clrMapOvr>
  <p:hf sldNum="0"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1503" y="1819799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65753" y="1819799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97718573"/>
      </p:ext>
    </p:extLst>
  </p:cSld>
  <p:clrMapOvr>
    <a:masterClrMapping/>
  </p:clrMapOvr>
  <p:hf sldNum="0"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06631424"/>
      </p:ext>
    </p:extLst>
  </p:cSld>
  <p:clrMapOvr>
    <a:masterClrMapping/>
  </p:clrMapOvr>
  <p:hf sldNum="0"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62941022"/>
      </p:ext>
    </p:extLst>
  </p:cSld>
  <p:clrMapOvr>
    <a:masterClrMapping/>
  </p:clrMapOvr>
  <p:hf sldNum="0"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7426757"/>
      </p:ext>
    </p:extLst>
  </p:cSld>
  <p:clrMapOvr>
    <a:masterClrMapping/>
  </p:clrMapOvr>
  <p:hf sldNum="0"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15532670"/>
      </p:ext>
    </p:extLst>
  </p:cSld>
  <p:clrMapOvr>
    <a:masterClrMapping/>
  </p:clrMapOvr>
  <p:hf sldNum="0"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067300" y="995363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54355794"/>
      </p:ext>
    </p:extLst>
  </p:cSld>
  <p:clrMapOvr>
    <a:masterClrMapping/>
  </p:clrMapOvr>
  <p:hf sldNum="0"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91604635"/>
      </p:ext>
    </p:extLst>
  </p:cSld>
  <p:clrMapOvr>
    <a:masterClrMapping/>
  </p:clrMapOvr>
  <p:hf sldNum="0"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80062047"/>
      </p:ext>
    </p:extLst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hyperlink" Target="https://www.lcs2.in/" TargetMode="Externa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13.xml"/><Relationship Id="rId16" Type="http://schemas.openxmlformats.org/officeDocument/2006/relationships/hyperlink" Target="https://home.iitd.ac.in/" TargetMode="Externa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hyperlink" Target="https://lcs2-iitd.github.io/ELL881-AIL821-2401/" TargetMode="Externa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>
            <a:extLst>
              <a:ext uri="{FF2B5EF4-FFF2-40B4-BE49-F238E27FC236}">
                <a16:creationId xmlns:a16="http://schemas.microsoft.com/office/drawing/2014/main" id="{45F4FB52-0A69-A46A-74F4-DBBD91AEF6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IN" altLang="en-US"/>
          </a:p>
        </p:txBody>
      </p:sp>
      <p:sp>
        <p:nvSpPr>
          <p:cNvPr id="2051" name="Text Placeholder 2">
            <a:extLst>
              <a:ext uri="{FF2B5EF4-FFF2-40B4-BE49-F238E27FC236}">
                <a16:creationId xmlns:a16="http://schemas.microsoft.com/office/drawing/2014/main" id="{4AA14C15-F71D-7E69-6F3D-454952BCFB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I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11B1F5-DBB6-FABD-710C-D2355AF6B6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6FA1CD-C4D4-71C5-0690-FB3B7C1BAE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IN"/>
              <a:t>https://watermark02.silverchair.com/coli_a_00422.pdf?token=AQECAHi208BE49Ooan9kkhW_Ercy7Dm3ZL_9Cf3qfKAc485ysgAAAzkwggM1BgkqhkiG9w0BBwagggMmMIIDIgIBADCCAxsGCSqGSIb3DQEHATAeBglghkgBZQMEAS4wEQQMUZQqAPdM_QvLVwqKAgEQgIIC7Kzk3cQFtvH3dUoG-b7hnEbVAXi2D_x7nZou6P3w118roaZXsP_6KHNs8FwojaS26RiW3c2kJg8NG8S0g76JCXL-OZmfeSBgaJ4B2Vb3-sroNnLWViCEHB8IMJkHpJzdo348GNRa5Vf6MNYEzsm21SqbPC-k8ytq7OUO5DlxmOjotvMA4Z9Q5PD3OjQcVrhDJpwjjYghmlrWeky9tXDS7DAxdtHUnfUIezY3Gh_ucYiewMsHsiOLgykLqfTmzKnb5YVKxZLmxagfoBNtBjMEQKxCv2d7PMya9VDlN9pWJ6HKIjav54wh0BqHa_LXT_Sn6CP3vfVUiPfIBq8DbE4SDfE2IoUIaSnT5IKHV4zKxMnX7mxJlsp8Dkw-y_Ppxfm0HBQmIgR_JC6BxyXVOef76LnoeaWjLt9RoPXpxQ9akAsaCUHO673bMTvD1rWHiByZIz2cTwzmD7Vaq_zMNiQ2ufdUbVS3XVWG2ZxG_g5DuQhnh1BzL1lbz5YrVYyjTL1KGjshPfjBWarGMQ_8SfgDlP6z9auGVPrLGqhSw2AL1PszlFri4JPMcew3VU3NlEjuM9oQ2pgts5b93fTK3oB3zGf3JYwQEQ4l_z5Zs6E786jo4MBZGv2SQWYUIIKmYz1cGzaciGKV2Q3aNHu2AwclvafDIYzG_lw7exgG1LwT0PU82Jsz9mS9U3JMm_-vTamfWZl3dX1vcEVkxfbIn69jGvDXU_URHaERahmtyRJG9vbWXuIxyMNOBqu3anm-JwfD8EHwhMLjDv1-OAxbWQwuyL96p9iKLr7JKvjl0ryZQ8zkCQ9I9ZEzs2iL3Dcwo2fxNdzS9xW91BDo8d5WwdYdvgZlEVJRVHxvbb8yyV8siFdNysCr6hEE7fg1DFE5MaadCyQ88oaIwxDhsemUTm1KtfJ8SWIiRuZsBuNDOlwa5r79UWFj4HrjwLQj8ESXp-Kzl3gJFfpBNzB8g_BjrTUGmq0jyWbcZmgIWTUw1o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89968-9390-5A43-866E-7D7645B91D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A65F4845-0A4E-472D-939A-68F3AEF3EF26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0513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Aptos Display" panose="020B00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Aptos Display" panose="020B00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Aptos Display" panose="020B00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Aptos Display" panose="020B00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Aptos Display" panose="020B00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Aptos Display" panose="020B00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Aptos Display" panose="020B00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Aptos Display" panose="020B0004020202020204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0C433764-9E9D-6AFC-BFAA-E925848F77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41325" y="258763"/>
            <a:ext cx="11307763" cy="132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DA5AC691-D762-D441-BB3D-E5D18B37DD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41325" y="1808163"/>
            <a:ext cx="11307763" cy="435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ECC3B6C4-FC12-E4B1-F3AD-4DA9C365F124}"/>
              </a:ext>
            </a:extLst>
          </p:cNvPr>
          <p:cNvSpPr txBox="1">
            <a:spLocks/>
          </p:cNvSpPr>
          <p:nvPr userDrawn="1"/>
        </p:nvSpPr>
        <p:spPr>
          <a:xfrm>
            <a:off x="5338763" y="6384925"/>
            <a:ext cx="1512887" cy="395288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/>
              <a:t>Tanmoy Chakraborty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F82E085-134B-4407-4487-7605ED6A8D00}"/>
              </a:ext>
            </a:extLst>
          </p:cNvPr>
          <p:cNvGrpSpPr/>
          <p:nvPr userDrawn="1"/>
        </p:nvGrpSpPr>
        <p:grpSpPr>
          <a:xfrm>
            <a:off x="-794" y="6015197"/>
            <a:ext cx="12192000" cy="869341"/>
            <a:chOff x="-130779" y="4518475"/>
            <a:chExt cx="9144000" cy="675830"/>
          </a:xfrm>
        </p:grpSpPr>
        <p:sp>
          <p:nvSpPr>
            <p:cNvPr id="9" name="Google Shape;93;p16">
              <a:extLst>
                <a:ext uri="{FF2B5EF4-FFF2-40B4-BE49-F238E27FC236}">
                  <a16:creationId xmlns:a16="http://schemas.microsoft.com/office/drawing/2014/main" id="{DFB23A75-5753-43EF-B5AE-376E8ED7A8A0}"/>
                </a:ext>
              </a:extLst>
            </p:cNvPr>
            <p:cNvSpPr/>
            <p:nvPr/>
          </p:nvSpPr>
          <p:spPr>
            <a:xfrm>
              <a:off x="4241850" y="4518475"/>
              <a:ext cx="646800" cy="655200"/>
            </a:xfrm>
            <a:prstGeom prst="ellipse">
              <a:avLst/>
            </a:prstGeom>
            <a:solidFill>
              <a:srgbClr val="C217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0">
                <a:latin typeface="+mn-lt"/>
              </a:endParaRP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A8B3B23-3B67-E34D-1CA4-E553190FCF6F}"/>
                </a:ext>
              </a:extLst>
            </p:cNvPr>
            <p:cNvGrpSpPr/>
            <p:nvPr/>
          </p:nvGrpSpPr>
          <p:grpSpPr>
            <a:xfrm>
              <a:off x="-130779" y="4559717"/>
              <a:ext cx="9144000" cy="634588"/>
              <a:chOff x="-130779" y="4559717"/>
              <a:chExt cx="9144000" cy="634588"/>
            </a:xfrm>
          </p:grpSpPr>
          <p:sp>
            <p:nvSpPr>
              <p:cNvPr id="12" name="Google Shape;87;p16">
                <a:extLst>
                  <a:ext uri="{FF2B5EF4-FFF2-40B4-BE49-F238E27FC236}">
                    <a16:creationId xmlns:a16="http://schemas.microsoft.com/office/drawing/2014/main" id="{9A9890F5-3371-66F9-E739-3630550F55AC}"/>
                  </a:ext>
                </a:extLst>
              </p:cNvPr>
              <p:cNvSpPr/>
              <p:nvPr/>
            </p:nvSpPr>
            <p:spPr>
              <a:xfrm>
                <a:off x="-130779" y="4742205"/>
                <a:ext cx="9144000" cy="452100"/>
              </a:xfrm>
              <a:prstGeom prst="rect">
                <a:avLst/>
              </a:prstGeom>
              <a:solidFill>
                <a:srgbClr val="C2171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>
                  <a:latin typeface="+mn-lt"/>
                </a:endParaRPr>
              </a:p>
            </p:txBody>
          </p:sp>
          <p:pic>
            <p:nvPicPr>
              <p:cNvPr id="13" name="Google Shape;88;p16">
                <a:hlinkClick r:id="rId13"/>
                <a:extLst>
                  <a:ext uri="{FF2B5EF4-FFF2-40B4-BE49-F238E27FC236}">
                    <a16:creationId xmlns:a16="http://schemas.microsoft.com/office/drawing/2014/main" id="{D9AEEF7B-63B4-AD2E-B486-64BC8BF39D8B}"/>
                  </a:ext>
                </a:extLst>
              </p:cNvPr>
              <p:cNvPicPr preferRelativeResize="0"/>
              <p:nvPr/>
            </p:nvPicPr>
            <p:blipFill rotWithShape="1">
              <a:blip r:embed="rId14">
                <a:alphaModFix/>
              </a:blip>
              <a:srcRect l="6644" t="26809" r="12028" b="26864"/>
              <a:stretch/>
            </p:blipFill>
            <p:spPr>
              <a:xfrm>
                <a:off x="5902225" y="4776900"/>
                <a:ext cx="493875" cy="2813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" name="Google Shape;91;p16">
                <a:extLst>
                  <a:ext uri="{FF2B5EF4-FFF2-40B4-BE49-F238E27FC236}">
                    <a16:creationId xmlns:a16="http://schemas.microsoft.com/office/drawing/2014/main" id="{EC88CDE9-AB7C-C67A-6F72-3007F8C10BB8}"/>
                  </a:ext>
                </a:extLst>
              </p:cNvPr>
              <p:cNvSpPr txBox="1"/>
              <p:nvPr/>
            </p:nvSpPr>
            <p:spPr>
              <a:xfrm>
                <a:off x="6448379" y="4776875"/>
                <a:ext cx="1604914" cy="28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b="0">
                    <a:solidFill>
                      <a:schemeClr val="lt1"/>
                    </a:solidFill>
                    <a:latin typeface="+mn-lt"/>
                  </a:rPr>
                  <a:t>Tanmoy Chakraborty</a:t>
                </a:r>
                <a:endParaRPr sz="1200" b="0">
                  <a:solidFill>
                    <a:schemeClr val="lt1"/>
                  </a:solidFill>
                  <a:latin typeface="+mn-lt"/>
                </a:endParaRPr>
              </a:p>
            </p:txBody>
          </p:sp>
          <p:sp>
            <p:nvSpPr>
              <p:cNvPr id="16" name="Google Shape;92;p16">
                <a:hlinkClick r:id="rId15"/>
                <a:extLst>
                  <a:ext uri="{FF2B5EF4-FFF2-40B4-BE49-F238E27FC236}">
                    <a16:creationId xmlns:a16="http://schemas.microsoft.com/office/drawing/2014/main" id="{C0B4BF11-6619-5FC3-64CD-E33B2F3461E6}"/>
                  </a:ext>
                </a:extLst>
              </p:cNvPr>
              <p:cNvSpPr txBox="1"/>
              <p:nvPr/>
            </p:nvSpPr>
            <p:spPr>
              <a:xfrm>
                <a:off x="607700" y="4776850"/>
                <a:ext cx="2620574" cy="28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b="0">
                    <a:solidFill>
                      <a:schemeClr val="lt1"/>
                    </a:solidFill>
                    <a:latin typeface="+mn-lt"/>
                  </a:rPr>
                  <a:t>Trustworthy Large Language Models</a:t>
                </a:r>
                <a:endParaRPr sz="1200" b="0">
                  <a:solidFill>
                    <a:schemeClr val="lt1"/>
                  </a:solidFill>
                  <a:latin typeface="+mn-lt"/>
                </a:endParaRPr>
              </a:p>
            </p:txBody>
          </p:sp>
          <p:pic>
            <p:nvPicPr>
              <p:cNvPr id="17" name="Google Shape;94;p16">
                <a:hlinkClick r:id="rId16"/>
                <a:extLst>
                  <a:ext uri="{FF2B5EF4-FFF2-40B4-BE49-F238E27FC236}">
                    <a16:creationId xmlns:a16="http://schemas.microsoft.com/office/drawing/2014/main" id="{1EF95B29-C125-4760-3A0D-C76302DC0F38}"/>
                  </a:ext>
                </a:extLst>
              </p:cNvPr>
              <p:cNvPicPr preferRelativeResize="0"/>
              <p:nvPr/>
            </p:nvPicPr>
            <p:blipFill>
              <a:blip r:embed="rId17">
                <a:alphaModFix/>
              </a:blip>
              <a:stretch>
                <a:fillRect/>
              </a:stretch>
            </p:blipFill>
            <p:spPr>
              <a:xfrm>
                <a:off x="4285625" y="4559717"/>
                <a:ext cx="572744" cy="57269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" name="Google Shape;95;p16">
                <a:hlinkClick r:id="rId15"/>
                <a:extLst>
                  <a:ext uri="{FF2B5EF4-FFF2-40B4-BE49-F238E27FC236}">
                    <a16:creationId xmlns:a16="http://schemas.microsoft.com/office/drawing/2014/main" id="{A112F2D8-F120-7C48-D9BC-7CD31CF5F048}"/>
                  </a:ext>
                </a:extLst>
              </p:cNvPr>
              <p:cNvPicPr preferRelativeResize="0"/>
              <p:nvPr/>
            </p:nvPicPr>
            <p:blipFill rotWithShape="1">
              <a:blip r:embed="rId18">
                <a:alphaModFix/>
              </a:blip>
              <a:srcRect l="23961" t="24578" r="25207" b="27096"/>
              <a:stretch/>
            </p:blipFill>
            <p:spPr>
              <a:xfrm>
                <a:off x="311700" y="4776875"/>
                <a:ext cx="296000" cy="2814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247038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Aptos Display" panose="020B000402020202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Aptos Display" panose="020B000402020202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Aptos Display" panose="020B000402020202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Aptos Display" panose="020B000402020202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Aptos Display" panose="020B000402020202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Aptos Display" panose="020B000402020202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Aptos Display" panose="020B000402020202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Aptos Display" panose="020B000402020202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4" userDrawn="1">
          <p15:clr>
            <a:srgbClr val="F26B43"/>
          </p15:clr>
        </p15:guide>
        <p15:guide id="2" pos="279" userDrawn="1">
          <p15:clr>
            <a:srgbClr val="F26B43"/>
          </p15:clr>
        </p15:guide>
        <p15:guide id="3" pos="7401" userDrawn="1">
          <p15:clr>
            <a:srgbClr val="F26B43"/>
          </p15:clr>
        </p15:guide>
        <p15:guide id="4" orient="horz" pos="1003" userDrawn="1">
          <p15:clr>
            <a:srgbClr val="F26B43"/>
          </p15:clr>
        </p15:guide>
        <p15:guide id="5" orient="horz" pos="1139" userDrawn="1">
          <p15:clr>
            <a:srgbClr val="F26B43"/>
          </p15:clr>
        </p15:guide>
        <p15:guide id="6" orient="horz" pos="3884" userDrawn="1">
          <p15:clr>
            <a:srgbClr val="F26B43"/>
          </p15:clr>
        </p15:guide>
        <p15:guide id="7" orient="horz" pos="395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tanmoychak.com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png"/><Relationship Id="rId4" Type="http://schemas.openxmlformats.org/officeDocument/2006/relationships/customXml" Target="../ink/ink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7.png"/><Relationship Id="rId4" Type="http://schemas.openxmlformats.org/officeDocument/2006/relationships/customXml" Target="../ink/ink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Relationship Id="rId6" Type="http://schemas.openxmlformats.org/officeDocument/2006/relationships/customXml" Target="../ink/ink5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7.png"/><Relationship Id="rId5" Type="http://schemas.openxmlformats.org/officeDocument/2006/relationships/customXml" Target="../ink/ink8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0.png"/><Relationship Id="rId5" Type="http://schemas.openxmlformats.org/officeDocument/2006/relationships/customXml" Target="../ink/ink9.xm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32.png"/><Relationship Id="rId4" Type="http://schemas.openxmlformats.org/officeDocument/2006/relationships/customXml" Target="../ink/ink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5.png"/><Relationship Id="rId5" Type="http://schemas.openxmlformats.org/officeDocument/2006/relationships/customXml" Target="../ink/ink11.xml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49.png"/><Relationship Id="rId4" Type="http://schemas.openxmlformats.org/officeDocument/2006/relationships/customXml" Target="../ink/ink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51.png"/><Relationship Id="rId4" Type="http://schemas.openxmlformats.org/officeDocument/2006/relationships/customXml" Target="../ink/ink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53.png"/><Relationship Id="rId4" Type="http://schemas.openxmlformats.org/officeDocument/2006/relationships/customXml" Target="../ink/ink1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55.png"/><Relationship Id="rId4" Type="http://schemas.openxmlformats.org/officeDocument/2006/relationships/customXml" Target="../ink/ink1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58.png"/><Relationship Id="rId4" Type="http://schemas.openxmlformats.org/officeDocument/2006/relationships/customXml" Target="../ink/ink1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review.net/pdf?id=Q42f0dfjECO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61.png"/><Relationship Id="rId5" Type="http://schemas.openxmlformats.org/officeDocument/2006/relationships/customXml" Target="../ink/ink17.xml"/><Relationship Id="rId4" Type="http://schemas.openxmlformats.org/officeDocument/2006/relationships/image" Target="../media/image6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1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66.png"/><Relationship Id="rId4" Type="http://schemas.openxmlformats.org/officeDocument/2006/relationships/customXml" Target="../ink/ink1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5.xml"/><Relationship Id="rId6" Type="http://schemas.openxmlformats.org/officeDocument/2006/relationships/customXml" Target="../ink/ink19.xml"/><Relationship Id="rId5" Type="http://schemas.openxmlformats.org/officeDocument/2006/relationships/hyperlink" Target="https://arxiv.org/pdf/2207.01193" TargetMode="External"/><Relationship Id="rId4" Type="http://schemas.openxmlformats.org/officeDocument/2006/relationships/image" Target="../media/image6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0.xml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7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1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7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73.png"/><Relationship Id="rId4" Type="http://schemas.openxmlformats.org/officeDocument/2006/relationships/customXml" Target="../ink/ink2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3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74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75.png"/><Relationship Id="rId4" Type="http://schemas.openxmlformats.org/officeDocument/2006/relationships/customXml" Target="../ink/ink2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78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F324B02-195C-57A5-E7A8-058592807440}"/>
              </a:ext>
            </a:extLst>
          </p:cNvPr>
          <p:cNvSpPr txBox="1">
            <a:spLocks/>
          </p:cNvSpPr>
          <p:nvPr/>
        </p:nvSpPr>
        <p:spPr>
          <a:xfrm>
            <a:off x="0" y="131099"/>
            <a:ext cx="12192000" cy="2463583"/>
          </a:xfrm>
          <a:prstGeom prst="rect">
            <a:avLst/>
          </a:prstGeom>
        </p:spPr>
        <p:txBody>
          <a:bodyPr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ct val="0"/>
              </a:spcAft>
              <a:defRPr/>
            </a:pPr>
            <a:r>
              <a:rPr lang="en-US" sz="6600">
                <a:solidFill>
                  <a:srgbClr val="000000"/>
                </a:solidFill>
              </a:rPr>
              <a:t>Privacy Defenses in LLMs</a:t>
            </a:r>
            <a:endParaRPr lang="en-US" sz="6600"/>
          </a:p>
        </p:txBody>
      </p:sp>
      <p:sp>
        <p:nvSpPr>
          <p:cNvPr id="2" name="TextBox 6">
            <a:extLst>
              <a:ext uri="{FF2B5EF4-FFF2-40B4-BE49-F238E27FC236}">
                <a16:creationId xmlns:a16="http://schemas.microsoft.com/office/drawing/2014/main" id="{197DF213-017A-96AD-D574-7EC190D5F7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2248" y="4040836"/>
            <a:ext cx="4410075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ptos Display" panose="020B00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ptos Display" panose="020B00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 Display" panose="020B00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ptos Display" panose="020B00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Aptos Display" panose="020B00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Aptos Display" panose="020B00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Aptos Display" panose="020B00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Aptos Display" panose="020B00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Aptos Display" panose="020B00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Tanmoy Chakraborty</a:t>
            </a:r>
            <a:endParaRPr lang="en-US" altLang="en-US" b="0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ptos Display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Professor, IIT Delhi</a:t>
            </a:r>
            <a:endParaRPr lang="en-US" altLang="en-US" b="0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ptos Display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ptos Display"/>
                <a:ea typeface="+mn-ea"/>
                <a:cs typeface="+mn-cs"/>
                <a:hlinkClick r:id="rId3"/>
              </a:rPr>
              <a:t>https://tanmoychak.com/</a:t>
            </a:r>
            <a:endParaRPr lang="en-US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</a:endParaRP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05243F24-BD60-2E76-A08E-F79BA25C48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933" y="5725955"/>
            <a:ext cx="1022971" cy="1022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34DA4C59-F488-6E97-6A9F-A7E61A8087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476" y="5722022"/>
            <a:ext cx="1762026" cy="1024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8A55093-0D3D-D392-0588-F75280344434}"/>
              </a:ext>
            </a:extLst>
          </p:cNvPr>
          <p:cNvSpPr txBox="1"/>
          <p:nvPr/>
        </p:nvSpPr>
        <p:spPr>
          <a:xfrm>
            <a:off x="4586036" y="3003178"/>
            <a:ext cx="3299180" cy="4258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N" sz="2167" dirty="0">
                <a:solidFill>
                  <a:srgbClr val="6C6C6C"/>
                </a:solidFill>
                <a:effectLst/>
                <a:latin typeface="Helvetica" pitchFamily="2" charset="0"/>
              </a:rPr>
              <a:t>ELL8299 · COL8383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0"/>
          <p:cNvSpPr txBox="1">
            <a:spLocks noGrp="1"/>
          </p:cNvSpPr>
          <p:nvPr>
            <p:ph type="title"/>
          </p:nvPr>
        </p:nvSpPr>
        <p:spPr>
          <a:xfrm>
            <a:off x="116512" y="170119"/>
            <a:ext cx="5979488" cy="687805"/>
          </a:xfrm>
          <a:prstGeom prst="rect">
            <a:avLst/>
          </a:prstGeom>
        </p:spPr>
        <p:txBody>
          <a:bodyPr spcFirstLastPara="1" vert="horz" wrap="square" lIns="68567" tIns="34267" rIns="68567" bIns="34267" numCol="1" anchor="b" anchorCtr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/>
              <a:t>From attacks to defenses</a:t>
            </a:r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5D39E86-3691-39D2-AC55-09DE83E77D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7753926"/>
              </p:ext>
            </p:extLst>
          </p:nvPr>
        </p:nvGraphicFramePr>
        <p:xfrm>
          <a:off x="1263502" y="1050116"/>
          <a:ext cx="9346020" cy="37213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3010">
                  <a:extLst>
                    <a:ext uri="{9D8B030D-6E8A-4147-A177-3AD203B41FA5}">
                      <a16:colId xmlns:a16="http://schemas.microsoft.com/office/drawing/2014/main" val="2062722796"/>
                    </a:ext>
                  </a:extLst>
                </a:gridCol>
                <a:gridCol w="4673010">
                  <a:extLst>
                    <a:ext uri="{9D8B030D-6E8A-4147-A177-3AD203B41FA5}">
                      <a16:colId xmlns:a16="http://schemas.microsoft.com/office/drawing/2014/main" val="3869239904"/>
                    </a:ext>
                  </a:extLst>
                </a:gridCol>
              </a:tblGrid>
              <a:tr h="470818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Attack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What We Learned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0871439"/>
                  </a:ext>
                </a:extLst>
              </a:tr>
              <a:tr h="812644">
                <a:tc>
                  <a:txBody>
                    <a:bodyPr/>
                    <a:lstStyle/>
                    <a:p>
                      <a:r>
                        <a:rPr lang="en-US"/>
                        <a:t>Memorization &amp; Extraction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LLMs verbatim regurgitate training sequences when prompted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1379890"/>
                  </a:ext>
                </a:extLst>
              </a:tr>
              <a:tr h="812644">
                <a:tc>
                  <a:txBody>
                    <a:bodyPr/>
                    <a:lstStyle/>
                    <a:p>
                      <a:r>
                        <a:rPr lang="en-IN" sz="18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Membership Inference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An adversary can determine with high confidence if you were in the training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1517859"/>
                  </a:ext>
                </a:extLst>
              </a:tr>
              <a:tr h="812644">
                <a:tc>
                  <a:txBody>
                    <a:bodyPr/>
                    <a:lstStyle/>
                    <a:p>
                      <a:r>
                        <a:rPr lang="en-IN" sz="18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Prompt &amp; ICL Leakage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System prompts and demonstrations are recoverable from model outputs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7299470"/>
                  </a:ext>
                </a:extLst>
              </a:tr>
              <a:tr h="812644">
                <a:tc>
                  <a:txBody>
                    <a:bodyPr/>
                    <a:lstStyle/>
                    <a:p>
                      <a:r>
                        <a:rPr lang="en-IN" sz="18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Prompt Injection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Malicious inputs can override intended model behavior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1448407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0DFE9911-1B1F-4EC3-2EFE-ABBDCAE175E8}"/>
              </a:ext>
            </a:extLst>
          </p:cNvPr>
          <p:cNvSpPr txBox="1"/>
          <p:nvPr/>
        </p:nvSpPr>
        <p:spPr>
          <a:xfrm>
            <a:off x="1353128" y="4917049"/>
            <a:ext cx="843737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/>
              <a:t>Heuristic defenses are unprovable. </a:t>
            </a:r>
          </a:p>
          <a:p>
            <a:pPr algn="ctr"/>
            <a:r>
              <a:rPr lang="en-US" sz="2400"/>
              <a:t>Today we study defenses that offer </a:t>
            </a:r>
            <a:r>
              <a:rPr lang="en-US" sz="2400">
                <a:solidFill>
                  <a:srgbClr val="00B0F0"/>
                </a:solidFill>
              </a:rPr>
              <a:t>formal</a:t>
            </a:r>
            <a:r>
              <a:rPr lang="en-US" sz="2400"/>
              <a:t>, </a:t>
            </a:r>
            <a:r>
              <a:rPr lang="en-US" sz="2400">
                <a:solidFill>
                  <a:srgbClr val="00B0F0"/>
                </a:solidFill>
              </a:rPr>
              <a:t>quantifiable guarantees</a:t>
            </a:r>
            <a:r>
              <a:rPr lang="en-US" sz="2400"/>
              <a:t>.</a:t>
            </a:r>
          </a:p>
          <a:p>
            <a:pPr algn="ctr"/>
            <a:endParaRPr lang="en-US"/>
          </a:p>
          <a:p>
            <a:pPr algn="ctr"/>
            <a:endParaRPr lang="en-US"/>
          </a:p>
          <a:p>
            <a:pPr algn="ctr"/>
            <a:endParaRPr lang="en-US"/>
          </a:p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9EF10878-5E66-0706-F2F0-B646F7007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0">
            <a:extLst>
              <a:ext uri="{FF2B5EF4-FFF2-40B4-BE49-F238E27FC236}">
                <a16:creationId xmlns:a16="http://schemas.microsoft.com/office/drawing/2014/main" id="{75618CA7-EFD6-607A-0268-AFA688C36E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511" y="170119"/>
            <a:ext cx="7443237" cy="687805"/>
          </a:xfrm>
          <a:prstGeom prst="rect">
            <a:avLst/>
          </a:prstGeom>
        </p:spPr>
        <p:txBody>
          <a:bodyPr spcFirstLastPara="1" vert="horz" wrap="square" lIns="68567" tIns="34267" rIns="68567" bIns="34267" numCol="1" anchor="b" anchorCtr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/>
              <a:t>Why heuristics are not enough?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4078DB-5F99-E663-1D66-327554EF9D3D}"/>
              </a:ext>
            </a:extLst>
          </p:cNvPr>
          <p:cNvSpPr txBox="1"/>
          <p:nvPr/>
        </p:nvSpPr>
        <p:spPr>
          <a:xfrm>
            <a:off x="224906" y="1148086"/>
            <a:ext cx="10763795" cy="48320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52400">
              <a:buClr>
                <a:srgbClr val="000000"/>
              </a:buClr>
              <a:buSzPts val="1800"/>
            </a:pPr>
            <a:r>
              <a:rPr lang="en" sz="2800" dirty="0">
                <a:solidFill>
                  <a:schemeClr val="dk1"/>
                </a:solidFill>
              </a:rPr>
              <a:t>What heuristic defenses give us:</a:t>
            </a:r>
          </a:p>
          <a:p>
            <a:pPr marL="152400">
              <a:buClr>
                <a:srgbClr val="000000"/>
              </a:buClr>
              <a:buSzPts val="1800"/>
            </a:pPr>
            <a:endParaRPr lang="en" sz="2800" dirty="0">
              <a:solidFill>
                <a:schemeClr val="dk1"/>
              </a:solidFill>
            </a:endParaRPr>
          </a:p>
          <a:p>
            <a:pPr marL="495300" indent="-342900"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dk1"/>
                </a:solidFill>
              </a:rPr>
              <a:t>Redaction removes named entities,</a:t>
            </a:r>
            <a:r>
              <a:rPr lang="en-IN" sz="2400" dirty="0">
                <a:solidFill>
                  <a:schemeClr val="dk1"/>
                </a:solidFill>
              </a:rPr>
              <a:t>  but context still leaks identity</a:t>
            </a:r>
          </a:p>
          <a:p>
            <a:pPr marL="152400">
              <a:buClr>
                <a:srgbClr val="000000"/>
              </a:buClr>
              <a:buSzPts val="1800"/>
            </a:pPr>
            <a:endParaRPr lang="en-IN" sz="2400" b="1" dirty="0">
              <a:solidFill>
                <a:schemeClr val="dk1"/>
              </a:solidFill>
            </a:endParaRPr>
          </a:p>
          <a:p>
            <a:pPr marL="495300" indent="-342900"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dk1"/>
                </a:solidFill>
              </a:rPr>
              <a:t>Output filtering blocks some extractions,  </a:t>
            </a:r>
            <a:r>
              <a:rPr lang="en-IN" sz="2400" dirty="0">
                <a:solidFill>
                  <a:schemeClr val="dk1"/>
                </a:solidFill>
              </a:rPr>
              <a:t>but not all, and it can be bypassed.</a:t>
            </a:r>
          </a:p>
          <a:p>
            <a:pPr marL="495300" indent="-342900"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dk1"/>
              </a:solidFill>
            </a:endParaRPr>
          </a:p>
          <a:p>
            <a:pPr marL="495300" indent="-342900"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dk1"/>
                </a:solidFill>
              </a:rPr>
              <a:t>Deduplicating the training data reduces memorization, </a:t>
            </a:r>
            <a:r>
              <a:rPr lang="en-IN" sz="2400" dirty="0">
                <a:solidFill>
                  <a:schemeClr val="dk1"/>
                </a:solidFill>
              </a:rPr>
              <a:t>but we still can’t say how exposed each record is.</a:t>
            </a:r>
          </a:p>
          <a:p>
            <a:pPr marL="495300" indent="-342900"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</a:pPr>
            <a:endParaRPr lang="en-IN" sz="2800" dirty="0">
              <a:solidFill>
                <a:schemeClr val="dk1"/>
              </a:solidFill>
            </a:endParaRPr>
          </a:p>
          <a:p>
            <a:pPr marL="152400">
              <a:buClr>
                <a:srgbClr val="000000"/>
              </a:buClr>
              <a:buSzPts val="1800"/>
            </a:pPr>
            <a:endParaRPr lang="en-IN" sz="2800" i="1" dirty="0">
              <a:solidFill>
                <a:schemeClr val="dk1"/>
              </a:solidFill>
            </a:endParaRPr>
          </a:p>
          <a:p>
            <a:pPr marL="152400">
              <a:buClr>
                <a:srgbClr val="000000"/>
              </a:buClr>
              <a:buSzPts val="1800"/>
            </a:pPr>
            <a:r>
              <a:rPr lang="en-IN" sz="2800" i="1" dirty="0">
                <a:solidFill>
                  <a:schemeClr val="dk1"/>
                </a:solidFill>
              </a:rPr>
              <a:t>None of these gives us number we can report, audit, or prove.</a:t>
            </a:r>
            <a:r>
              <a:rPr lang="en" sz="2800" i="1" dirty="0">
                <a:solidFill>
                  <a:schemeClr val="dk1"/>
                </a:solidFill>
              </a:rPr>
              <a:t> 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48436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2C2C0BBC-751C-190A-5DAA-010F39CFA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0">
            <a:extLst>
              <a:ext uri="{FF2B5EF4-FFF2-40B4-BE49-F238E27FC236}">
                <a16:creationId xmlns:a16="http://schemas.microsoft.com/office/drawing/2014/main" id="{6DE35C9E-AB9C-B585-81E0-89465ACFC4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511" y="170119"/>
            <a:ext cx="7443237" cy="687805"/>
          </a:xfrm>
          <a:prstGeom prst="rect">
            <a:avLst/>
          </a:prstGeom>
        </p:spPr>
        <p:txBody>
          <a:bodyPr spcFirstLastPara="1" vert="horz" wrap="square" lIns="68567" tIns="34267" rIns="68567" bIns="34267" numCol="1" anchor="b" anchorCtr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/>
              <a:t>Why heuristics are not enough?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E4376B-F837-DC24-F133-E6962E9FB947}"/>
              </a:ext>
            </a:extLst>
          </p:cNvPr>
          <p:cNvSpPr txBox="1"/>
          <p:nvPr/>
        </p:nvSpPr>
        <p:spPr>
          <a:xfrm>
            <a:off x="799671" y="5116487"/>
            <a:ext cx="10993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/>
              <a:t>Differential Privacy is the framework that makes this possible.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269770-1F92-6B14-020F-D13D9E7EAE84}"/>
              </a:ext>
            </a:extLst>
          </p:cNvPr>
          <p:cNvSpPr txBox="1"/>
          <p:nvPr/>
        </p:nvSpPr>
        <p:spPr>
          <a:xfrm>
            <a:off x="116511" y="1063602"/>
            <a:ext cx="11214098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52400">
              <a:buClr>
                <a:srgbClr val="000000"/>
              </a:buClr>
              <a:buSzPts val="1800"/>
            </a:pPr>
            <a:r>
              <a:rPr lang="en-US" sz="2800" dirty="0">
                <a:solidFill>
                  <a:schemeClr val="dk1"/>
                </a:solidFill>
              </a:rPr>
              <a:t>What a formal guarantee gives us:</a:t>
            </a:r>
          </a:p>
          <a:p>
            <a:pPr marL="495300" indent="-342900"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dk1"/>
              </a:solidFill>
            </a:endParaRPr>
          </a:p>
          <a:p>
            <a:pPr marL="495300" indent="-342900"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dk1"/>
                </a:solidFill>
              </a:rPr>
              <a:t>A quantified bound on information leakage: </a:t>
            </a:r>
            <a:r>
              <a:rPr lang="en-IN" sz="2400" dirty="0">
                <a:solidFill>
                  <a:schemeClr val="dk1"/>
                </a:solidFill>
              </a:rPr>
              <a:t>the privacy budget </a:t>
            </a:r>
            <a:r>
              <a:rPr lang="el-GR" sz="2400" dirty="0">
                <a:solidFill>
                  <a:schemeClr val="dk1"/>
                </a:solidFill>
              </a:rPr>
              <a:t>ε</a:t>
            </a:r>
            <a:r>
              <a:rPr lang="en-US" sz="2400" dirty="0">
                <a:solidFill>
                  <a:schemeClr val="dk1"/>
                </a:solidFill>
              </a:rPr>
              <a:t>.</a:t>
            </a:r>
            <a:endParaRPr lang="el-GR" sz="2400" dirty="0">
              <a:solidFill>
                <a:schemeClr val="dk1"/>
              </a:solidFill>
            </a:endParaRPr>
          </a:p>
          <a:p>
            <a:pPr marL="495300" indent="-342900"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dk1"/>
              </a:solidFill>
            </a:endParaRPr>
          </a:p>
          <a:p>
            <a:pPr marL="495300" indent="-342900"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dk1"/>
                </a:solidFill>
              </a:rPr>
              <a:t>Adversary-agnostic guarantee: </a:t>
            </a:r>
            <a:r>
              <a:rPr lang="en-IN" sz="2400" dirty="0">
                <a:solidFill>
                  <a:schemeClr val="dk1"/>
                </a:solidFill>
              </a:rPr>
              <a:t>the proof holds against all adversaries.</a:t>
            </a:r>
          </a:p>
          <a:p>
            <a:pPr marL="495300" indent="-342900"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dk1"/>
              </a:solidFill>
            </a:endParaRPr>
          </a:p>
          <a:p>
            <a:pPr marL="495300" indent="-342900"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dk1"/>
                </a:solidFill>
              </a:rPr>
              <a:t>Composability: </a:t>
            </a:r>
            <a:r>
              <a:rPr lang="en-IN" sz="2400" dirty="0">
                <a:solidFill>
                  <a:schemeClr val="dk1"/>
                </a:solidFill>
              </a:rPr>
              <a:t>we can reason about what happens when defences are combined.</a:t>
            </a:r>
          </a:p>
          <a:p>
            <a:pPr marL="495300" indent="-342900"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dk1"/>
              </a:solidFill>
            </a:endParaRPr>
          </a:p>
          <a:p>
            <a:pPr marL="495300" indent="-342900"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dk1"/>
                </a:solidFill>
              </a:rPr>
              <a:t>Accountability:</a:t>
            </a:r>
            <a:r>
              <a:rPr lang="en-IN" sz="2400" dirty="0">
                <a:solidFill>
                  <a:schemeClr val="dk1"/>
                </a:solidFill>
              </a:rPr>
              <a:t> regulators, auditors, and users can verify the claim.</a:t>
            </a:r>
            <a:endParaRPr lang="en" sz="2400" dirty="0">
              <a:solidFill>
                <a:schemeClr val="dk1"/>
              </a:solidFill>
            </a:endParaRP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39537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B4516-1E95-33CB-6125-88E41B0332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7700" y="1214438"/>
            <a:ext cx="10851220" cy="2387600"/>
          </a:xfrm>
        </p:spPr>
        <p:txBody>
          <a:bodyPr/>
          <a:lstStyle/>
          <a:p>
            <a:r>
              <a:rPr lang="en-GB">
                <a:ea typeface="+mj-lt"/>
                <a:cs typeface="+mj-lt"/>
              </a:rPr>
              <a:t>Differential Privacy as a Defence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8F0F82-948E-C765-527D-D236BCB63E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>
                <a:ea typeface="+mn-lt"/>
                <a:cs typeface="+mn-lt"/>
              </a:rPr>
              <a:t>Formal guarantees against memorization, extraction and inference attacks</a:t>
            </a: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18477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F6B89E15-0DEB-3E17-198E-BDB17DBBC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0">
            <a:extLst>
              <a:ext uri="{FF2B5EF4-FFF2-40B4-BE49-F238E27FC236}">
                <a16:creationId xmlns:a16="http://schemas.microsoft.com/office/drawing/2014/main" id="{1D81D509-070B-91D3-D101-A4ADB50E6B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8893" y="52489"/>
            <a:ext cx="11302856" cy="815395"/>
          </a:xfrm>
          <a:prstGeom prst="rect">
            <a:avLst/>
          </a:prstGeom>
        </p:spPr>
        <p:txBody>
          <a:bodyPr spcFirstLastPara="1" vert="horz" wrap="square" lIns="68567" tIns="34267" rIns="68567" bIns="34267" numCol="1" anchor="b" anchorCtr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/>
              <a:t>Differential privacy: Intuition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706025-4B24-FCB0-45B1-B045CA08609E}"/>
              </a:ext>
            </a:extLst>
          </p:cNvPr>
          <p:cNvSpPr txBox="1"/>
          <p:nvPr/>
        </p:nvSpPr>
        <p:spPr>
          <a:xfrm>
            <a:off x="376172" y="1036320"/>
            <a:ext cx="10868297" cy="19389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Two datasets D and D' are neighbors if they differ in exactly one person’s record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Differential Privacy  (DP) says that a randomized algorithm’s output looks almost the same whether it ran on D or D'</a:t>
            </a:r>
          </a:p>
          <a:p>
            <a:endParaRPr lang="en-US" sz="240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77A820B-5299-3115-A690-6DCB3CA33F4E}"/>
              </a:ext>
            </a:extLst>
          </p:cNvPr>
          <p:cNvGrpSpPr/>
          <p:nvPr/>
        </p:nvGrpSpPr>
        <p:grpSpPr>
          <a:xfrm>
            <a:off x="3552012" y="2673473"/>
            <a:ext cx="5931622" cy="3148207"/>
            <a:chOff x="3403966" y="2673473"/>
            <a:chExt cx="5931622" cy="3148207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D187F3C-6C95-3438-78E3-9BC92411EB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6362"/>
            <a:stretch>
              <a:fillRect/>
            </a:stretch>
          </p:blipFill>
          <p:spPr>
            <a:xfrm>
              <a:off x="3403966" y="2673473"/>
              <a:ext cx="5931622" cy="3148207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CDC73D0-777D-A154-7882-F3E20135770B}"/>
                </a:ext>
              </a:extLst>
            </p:cNvPr>
            <p:cNvSpPr/>
            <p:nvPr/>
          </p:nvSpPr>
          <p:spPr>
            <a:xfrm>
              <a:off x="8403771" y="5617029"/>
              <a:ext cx="931817" cy="204651"/>
            </a:xfrm>
            <a:prstGeom prst="rect">
              <a:avLst/>
            </a:prstGeom>
            <a:solidFill>
              <a:schemeClr val="bg1"/>
            </a:solidFill>
            <a:ln w="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3D65C0E2-7CB5-D6FB-BB0C-5CFDF05F8826}"/>
              </a:ext>
            </a:extLst>
          </p:cNvPr>
          <p:cNvSpPr txBox="1"/>
          <p:nvPr/>
        </p:nvSpPr>
        <p:spPr>
          <a:xfrm>
            <a:off x="158893" y="5897046"/>
            <a:ext cx="61388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</a:t>
            </a:r>
            <a:r>
              <a:rPr lang="en-US" sz="1200" dirty="0" err="1"/>
              <a:t>ealizadeh.com</a:t>
            </a:r>
            <a:r>
              <a:rPr lang="en-US" sz="1200" dirty="0"/>
              <a:t>/blog/</a:t>
            </a:r>
            <a:r>
              <a:rPr lang="en-US" sz="1200" dirty="0" err="1"/>
              <a:t>abc</a:t>
            </a:r>
            <a:r>
              <a:rPr lang="en-US" sz="1200" dirty="0"/>
              <a:t>-of-differential-privacy/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6DB1CE8-8C54-9245-2E67-B5B50C9CD83F}"/>
                  </a:ext>
                </a:extLst>
              </p14:cNvPr>
              <p14:cNvContentPartPr/>
              <p14:nvPr/>
            </p14:nvContentPartPr>
            <p14:xfrm>
              <a:off x="5582520" y="3781440"/>
              <a:ext cx="772200" cy="21751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6DB1CE8-8C54-9245-2E67-B5B50C9CD83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573160" y="3772080"/>
                <a:ext cx="790920" cy="2193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35602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69BD1-9142-49F4-05D5-64C73E51B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Differential privacy: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A37EC6-D8F3-E2DC-1F70-135E7C890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65" y="1681246"/>
            <a:ext cx="3775808" cy="17477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C81160F-D57E-CCF7-CD57-5302FD629E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65" y="4359038"/>
            <a:ext cx="3747772" cy="14301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EF3E24-3AD8-5F69-248E-4B9178D1CEAE}"/>
              </a:ext>
            </a:extLst>
          </p:cNvPr>
          <p:cNvSpPr txBox="1"/>
          <p:nvPr/>
        </p:nvSpPr>
        <p:spPr>
          <a:xfrm>
            <a:off x="4317591" y="1681246"/>
            <a:ext cx="43839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F(D)= How many patients have diabetes?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FE9C955-99A0-948D-F082-90F71D5161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6311" y="3525921"/>
            <a:ext cx="1003300" cy="444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554D14D-FC85-AEC5-4240-2587A92B9E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2661" y="5811345"/>
            <a:ext cx="990600" cy="406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6E8B72F-70BE-668A-826C-966667270659}"/>
              </a:ext>
            </a:extLst>
          </p:cNvPr>
          <p:cNvSpPr txBox="1"/>
          <p:nvPr/>
        </p:nvSpPr>
        <p:spPr>
          <a:xfrm>
            <a:off x="4538816" y="2480788"/>
            <a:ext cx="696492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Suppose an attacker already knows Bob, Carol, David, and Eve's records. They also know Alice may or may not be in the database.</a:t>
            </a:r>
          </a:p>
          <a:p>
            <a:endParaRPr lang="en-IN" dirty="0"/>
          </a:p>
          <a:p>
            <a:r>
              <a:rPr lang="en-IN" dirty="0"/>
              <a:t>If the system says </a:t>
            </a:r>
            <a:r>
              <a:rPr lang="en-IN" b="1" dirty="0"/>
              <a:t>3</a:t>
            </a:r>
            <a:r>
              <a:rPr lang="en-IN" dirty="0"/>
              <a:t>, the attacker immediately learns something about Alice: Alice has diabetes</a:t>
            </a:r>
          </a:p>
        </p:txBody>
      </p:sp>
    </p:spTree>
    <p:extLst>
      <p:ext uri="{BB962C8B-B14F-4D97-AF65-F5344CB8AC3E}">
        <p14:creationId xmlns:p14="http://schemas.microsoft.com/office/powerpoint/2010/main" val="444574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AC2CC-73B5-9B0A-1AA3-81122456E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820" y="216784"/>
            <a:ext cx="11307763" cy="795224"/>
          </a:xfrm>
        </p:spPr>
        <p:txBody>
          <a:bodyPr/>
          <a:lstStyle/>
          <a:p>
            <a:r>
              <a:rPr lang="en-US" dirty="0"/>
              <a:t>Differential privacy: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1EEBCF-EDEE-686F-6612-4769DB332A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821" y="1320483"/>
            <a:ext cx="11307763" cy="435133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randomized mechanism M is (</a:t>
            </a:r>
            <a:r>
              <a:rPr lang="en-US" dirty="0" err="1"/>
              <a:t>ε,δ</a:t>
            </a:r>
            <a:r>
              <a:rPr lang="en-US" dirty="0"/>
              <a:t>)-DP, for all </a:t>
            </a:r>
            <a:r>
              <a:rPr lang="en-US" dirty="0" err="1"/>
              <a:t>neighbours</a:t>
            </a:r>
            <a:r>
              <a:rPr lang="en-US" dirty="0"/>
              <a:t> D and D' and every set of outcomes O, if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 err="1"/>
              <a:t>ε</a:t>
            </a:r>
            <a:r>
              <a:rPr lang="en-US" dirty="0"/>
              <a:t> is the privacy budget. Lower value =&gt; more privacy, lesser utility. </a:t>
            </a:r>
            <a:r>
              <a:rPr lang="en-US" dirty="0">
                <a:solidFill>
                  <a:srgbClr val="00B0F0"/>
                </a:solidFill>
              </a:rPr>
              <a:t>Privacy utility trade off</a:t>
            </a:r>
            <a:endParaRPr lang="en-US" dirty="0"/>
          </a:p>
          <a:p>
            <a:r>
              <a:rPr lang="en-US" dirty="0" err="1"/>
              <a:t>δ</a:t>
            </a:r>
            <a:r>
              <a:rPr lang="en-US" dirty="0"/>
              <a:t> is the failure probability. Typically set to &lt; 1/N</a:t>
            </a:r>
          </a:p>
          <a:p>
            <a:r>
              <a:rPr lang="en-US" dirty="0"/>
              <a:t>At </a:t>
            </a:r>
            <a:r>
              <a:rPr lang="en-US" dirty="0" err="1"/>
              <a:t>δ</a:t>
            </a:r>
            <a:r>
              <a:rPr lang="en-US" dirty="0"/>
              <a:t> = 0, the mechanism is </a:t>
            </a:r>
            <a:r>
              <a:rPr lang="en-US" dirty="0" err="1"/>
              <a:t>ε</a:t>
            </a:r>
            <a:r>
              <a:rPr lang="en-US" dirty="0"/>
              <a:t>-DP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1043AD-0085-0648-4CF6-835D3AD509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6620" y="2686561"/>
            <a:ext cx="9138760" cy="7424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5C4D5EA-F089-5E19-4A9A-912220EA371C}"/>
              </a:ext>
            </a:extLst>
          </p:cNvPr>
          <p:cNvSpPr txBox="1"/>
          <p:nvPr/>
        </p:nvSpPr>
        <p:spPr>
          <a:xfrm>
            <a:off x="336820" y="5256321"/>
            <a:ext cx="1038113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Think of </a:t>
            </a:r>
            <a:r>
              <a:rPr lang="el-GR" sz="2400" dirty="0"/>
              <a:t>ϵ </a:t>
            </a:r>
            <a:r>
              <a:rPr lang="en-IN" sz="2400" dirty="0"/>
              <a:t>and </a:t>
            </a:r>
            <a:r>
              <a:rPr lang="el-GR" sz="2400" dirty="0"/>
              <a:t>δ </a:t>
            </a:r>
            <a:r>
              <a:rPr lang="en-IN" sz="2400" dirty="0"/>
              <a:t>as two ways of providing slack in this inequality. If you insist that </a:t>
            </a:r>
            <a:r>
              <a:rPr lang="el-GR" sz="2400" dirty="0"/>
              <a:t>ϵ </a:t>
            </a:r>
            <a:r>
              <a:rPr lang="en-IN" sz="2400" dirty="0"/>
              <a:t>be extremely small, the required </a:t>
            </a:r>
            <a:r>
              <a:rPr lang="el-GR" sz="2400" dirty="0"/>
              <a:t>δ </a:t>
            </a:r>
            <a:r>
              <a:rPr lang="en-IN" sz="2400" dirty="0"/>
              <a:t>can be larger.</a:t>
            </a:r>
            <a:endParaRPr lang="en-US" sz="24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4EF6274-84E0-BB8F-4336-C4C9A40F41F1}"/>
                  </a:ext>
                </a:extLst>
              </p14:cNvPr>
              <p14:cNvContentPartPr/>
              <p14:nvPr/>
            </p14:nvContentPartPr>
            <p14:xfrm>
              <a:off x="1731600" y="2028960"/>
              <a:ext cx="8928000" cy="17269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4EF6274-84E0-BB8F-4336-C4C9A40F41F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22240" y="2019600"/>
                <a:ext cx="8946720" cy="1745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462689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FD901-A1BE-A3C2-8AEA-84B802864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F0B94-28EB-A347-A336-E9DE5B230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820" y="216784"/>
            <a:ext cx="11307763" cy="795224"/>
          </a:xfrm>
        </p:spPr>
        <p:txBody>
          <a:bodyPr/>
          <a:lstStyle/>
          <a:p>
            <a:r>
              <a:rPr lang="en-US"/>
              <a:t>Differential privacy for LLMs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ADED3-15D9-FB68-35F1-59F4D6C98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821" y="1320483"/>
            <a:ext cx="11307763" cy="4351337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DP can </a:t>
            </a:r>
            <a:r>
              <a:rPr lang="en-US" i="1"/>
              <a:t>theoretically</a:t>
            </a:r>
            <a:r>
              <a:rPr lang="en-US"/>
              <a:t> be applied to any of the surfaces where private data enters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Training data: Train with DP-SGD</a:t>
            </a:r>
          </a:p>
          <a:p>
            <a:endParaRPr lang="en-US"/>
          </a:p>
          <a:p>
            <a:r>
              <a:rPr lang="en-US"/>
              <a:t>User’s shared text: Apply DP-based text sanitization 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0849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20C6F-E566-BFDA-11AC-03250F8AC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B82B2-B98E-96E3-35BE-B23C3F5051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7700" y="1214438"/>
            <a:ext cx="10851220" cy="2387600"/>
          </a:xfrm>
        </p:spPr>
        <p:txBody>
          <a:bodyPr/>
          <a:lstStyle/>
          <a:p>
            <a:r>
              <a:rPr lang="en-GB"/>
              <a:t>DP-SGD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0E21F5-0527-AA4D-BDFB-59EE7A7561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>
                <a:ea typeface="+mn-lt"/>
                <a:cs typeface="+mn-lt"/>
              </a:rPr>
              <a:t>Training with privacy guarantees</a:t>
            </a:r>
            <a:endParaRPr lang="en-US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091309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77684-0A2A-E429-74C5-A45A49A95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779" y="200296"/>
            <a:ext cx="11141074" cy="852805"/>
          </a:xfrm>
        </p:spPr>
        <p:txBody>
          <a:bodyPr/>
          <a:lstStyle/>
          <a:p>
            <a:r>
              <a:rPr lang="en-US"/>
              <a:t>Privacy problems with SGD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7EB2D-9042-A88B-6F9B-346288AD7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779" y="1253331"/>
            <a:ext cx="11307763" cy="4351337"/>
          </a:xfrm>
        </p:spPr>
        <p:txBody>
          <a:bodyPr/>
          <a:lstStyle/>
          <a:p>
            <a:r>
              <a:rPr lang="en-US" b="1" dirty="0"/>
              <a:t>Unbounded influence: </a:t>
            </a:r>
            <a:r>
              <a:rPr lang="en-US" dirty="0"/>
              <a:t>Since the gradient of a </a:t>
            </a:r>
            <a:r>
              <a:rPr lang="en-US" dirty="0">
                <a:solidFill>
                  <a:srgbClr val="00B0F0"/>
                </a:solidFill>
              </a:rPr>
              <a:t>single outlier </a:t>
            </a:r>
            <a:r>
              <a:rPr lang="en-US" dirty="0"/>
              <a:t>can be arbitrarily large, an individual datapoint can exert unlimited influence on the model during training.</a:t>
            </a:r>
          </a:p>
          <a:p>
            <a:endParaRPr lang="en-US" dirty="0"/>
          </a:p>
          <a:p>
            <a:r>
              <a:rPr lang="en-US" b="1" dirty="0"/>
              <a:t>Deterministic leakage: </a:t>
            </a:r>
            <a:r>
              <a:rPr lang="en-US" dirty="0"/>
              <a:t>Without noise, gradients are a deterministic function of the batch, allowing for potential </a:t>
            </a:r>
            <a:r>
              <a:rPr lang="en-US" dirty="0">
                <a:solidFill>
                  <a:srgbClr val="00B0F0"/>
                </a:solidFill>
              </a:rPr>
              <a:t>reconstruction of private training data </a:t>
            </a:r>
            <a:r>
              <a:rPr lang="en-US" dirty="0"/>
              <a:t>via inversion attacks (</a:t>
            </a:r>
            <a:r>
              <a:rPr lang="en-IN" dirty="0"/>
              <a:t>search for an input whose gradient matches the observed gradient</a:t>
            </a:r>
            <a:r>
              <a:rPr lang="en-US" dirty="0"/>
              <a:t>).</a:t>
            </a:r>
            <a:endParaRPr lang="en-US" b="1" dirty="0"/>
          </a:p>
          <a:p>
            <a:endParaRPr lang="en-US" b="1" dirty="0"/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DP-SGD </a:t>
            </a:r>
            <a:r>
              <a:rPr lang="en-US" dirty="0"/>
              <a:t>attempts to fix these problems by:</a:t>
            </a:r>
          </a:p>
          <a:p>
            <a:r>
              <a:rPr lang="en-US" dirty="0"/>
              <a:t>Clipping gradients to bound influence</a:t>
            </a:r>
          </a:p>
          <a:p>
            <a:r>
              <a:rPr lang="en-US" dirty="0"/>
              <a:t>Adding Gaussian noise to gradients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514CB73-0E03-48A3-0B38-2932D6F0296F}"/>
                  </a:ext>
                </a:extLst>
              </p14:cNvPr>
              <p14:cNvContentPartPr/>
              <p14:nvPr/>
            </p14:nvContentPartPr>
            <p14:xfrm>
              <a:off x="4897080" y="1352160"/>
              <a:ext cx="6378840" cy="38775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514CB73-0E03-48A3-0B38-2932D6F0296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87720" y="1342800"/>
                <a:ext cx="6397560" cy="3896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05054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59273-6EF0-33EF-7CC1-AD3D6D42A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3F426-89CA-B9DF-49C6-2118BB5BC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779" y="200296"/>
            <a:ext cx="11141074" cy="852805"/>
          </a:xfrm>
        </p:spPr>
        <p:txBody>
          <a:bodyPr>
            <a:normAutofit/>
          </a:bodyPr>
          <a:lstStyle/>
          <a:p>
            <a:r>
              <a:rPr lang="en-US"/>
              <a:t>Incorporating differential privacy in deep learning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11F94F-875F-97BC-4520-15FACE7CF6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770"/>
          <a:stretch>
            <a:fillRect/>
          </a:stretch>
        </p:blipFill>
        <p:spPr>
          <a:xfrm>
            <a:off x="1045031" y="1589899"/>
            <a:ext cx="10101938" cy="30837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1F24C0-20E4-141B-918A-32588812AF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6459" y="5033052"/>
            <a:ext cx="3583021" cy="5107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EE75864-40FA-7400-AB40-27785133BE30}"/>
              </a:ext>
            </a:extLst>
          </p:cNvPr>
          <p:cNvSpPr txBox="1"/>
          <p:nvPr/>
        </p:nvSpPr>
        <p:spPr>
          <a:xfrm>
            <a:off x="264319" y="5830371"/>
            <a:ext cx="61102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/>
              <a:t>https://</a:t>
            </a:r>
            <a:r>
              <a:rPr lang="en-US" sz="1200" err="1"/>
              <a:t>arxiv.org</a:t>
            </a:r>
            <a:r>
              <a:rPr lang="en-US" sz="1200"/>
              <a:t>/pdf/1607.00133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6107950-2CDF-EEF0-E5EF-D7E0054AA533}"/>
                  </a:ext>
                </a:extLst>
              </p14:cNvPr>
              <p14:cNvContentPartPr/>
              <p14:nvPr/>
            </p14:nvContentPartPr>
            <p14:xfrm>
              <a:off x="7289280" y="2453400"/>
              <a:ext cx="2764800" cy="561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6107950-2CDF-EEF0-E5EF-D7E0054AA53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279920" y="2444040"/>
                <a:ext cx="2783520" cy="74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913808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472E1-D9F2-F4CC-B5A0-5364E7E45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72161-5AD4-15CA-0F7C-A8FC0208A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779" y="200296"/>
            <a:ext cx="11141074" cy="852805"/>
          </a:xfrm>
        </p:spPr>
        <p:txBody>
          <a:bodyPr/>
          <a:lstStyle/>
          <a:p>
            <a:r>
              <a:rPr lang="en-US"/>
              <a:t>Training with DP-SGD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9E8F91-0E59-1ED7-3324-51D17DBE4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238" y="1172059"/>
            <a:ext cx="11307763" cy="4351337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Compute per-example gradients for every sample x</a:t>
            </a:r>
            <a:r>
              <a:rPr lang="en-US" baseline="-25000" dirty="0"/>
              <a:t>i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 Clip gradients</a:t>
            </a:r>
            <a:endParaRPr lang="en-US" b="1" baseline="-25000" dirty="0"/>
          </a:p>
          <a:p>
            <a:pPr marL="457200" indent="-457200">
              <a:buFont typeface="+mj-lt"/>
              <a:buAutoNum type="arabicPeriod"/>
            </a:pPr>
            <a:endParaRPr lang="en-US" b="1" baseline="-25000" dirty="0"/>
          </a:p>
          <a:p>
            <a:pPr marL="457200" indent="-457200">
              <a:buFont typeface="+mj-lt"/>
              <a:buAutoNum type="arabicPeriod"/>
            </a:pPr>
            <a:endParaRPr lang="en-US" b="1" baseline="-25000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Add noise and average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Update parameters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717950-1785-9579-9CF7-090911970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8420" y="2922953"/>
            <a:ext cx="4650628" cy="4273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CF9443E-37E2-008D-451A-C8D57C9094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4866" y="4214348"/>
            <a:ext cx="5037736" cy="47154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487415-0A94-9890-C6F8-9819EA6D13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8686" y="1826803"/>
            <a:ext cx="3249296" cy="4273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E482001-C2E6-7E1B-5476-9AE8A7A3C6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5566" y="5549900"/>
            <a:ext cx="2421494" cy="4081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19DD531-D511-DD47-DF51-B0AAEBF8C0EF}"/>
              </a:ext>
            </a:extLst>
          </p:cNvPr>
          <p:cNvSpPr txBox="1"/>
          <p:nvPr/>
        </p:nvSpPr>
        <p:spPr>
          <a:xfrm>
            <a:off x="8588985" y="1382319"/>
            <a:ext cx="351025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0C0C0C"/>
                </a:solidFill>
                <a:effectLst/>
                <a:latin typeface="Helvetica" pitchFamily="2" charset="0"/>
              </a:rPr>
              <a:t>Clipping limits how much information one individual can contribute</a:t>
            </a:r>
            <a:r>
              <a:rPr lang="en-IN" sz="2000" dirty="0">
                <a:solidFill>
                  <a:srgbClr val="0C0C0C"/>
                </a:solidFill>
                <a:latin typeface="Helvetica" pitchFamily="2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solidFill>
                <a:srgbClr val="0C0C0C"/>
              </a:solidFill>
              <a:effectLst/>
              <a:latin typeface="Helvetica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0C0C0C"/>
                </a:solidFill>
                <a:effectLst/>
                <a:latin typeface="Helvetica" pitchFamily="2" charset="0"/>
              </a:rPr>
              <a:t>Noise makes it difficult to determine whether that individual's contribution was present at all.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7DBAD81-04B0-F604-46B6-E421FEB02194}"/>
                  </a:ext>
                </a:extLst>
              </p14:cNvPr>
              <p14:cNvContentPartPr/>
              <p14:nvPr/>
            </p14:nvContentPartPr>
            <p14:xfrm>
              <a:off x="2272680" y="1614240"/>
              <a:ext cx="8726400" cy="45712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7DBAD81-04B0-F604-46B6-E421FEB0219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63320" y="1604880"/>
                <a:ext cx="8745120" cy="459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74109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828A0-0C8A-8F9C-D3CC-A808013E7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325" y="287383"/>
            <a:ext cx="11307763" cy="781481"/>
          </a:xfrm>
        </p:spPr>
        <p:txBody>
          <a:bodyPr/>
          <a:lstStyle/>
          <a:p>
            <a:r>
              <a:rPr lang="en-US" dirty="0"/>
              <a:t>How clipping and noise give privacy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2FAD78-2A02-DC5A-BA8D-8A2AB1E866E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1325" y="1519361"/>
                <a:ext cx="11307763" cy="4351337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800" b="1" dirty="0"/>
                  <a:t>Clipping </a:t>
                </a:r>
              </a:p>
              <a:p>
                <a:r>
                  <a:rPr lang="en-US" dirty="0"/>
                  <a:t>Gaussian noise gives (</a:t>
                </a:r>
                <a:r>
                  <a:rPr lang="en-US" dirty="0" err="1"/>
                  <a:t>ε</a:t>
                </a:r>
                <a:r>
                  <a:rPr lang="en-US" dirty="0"/>
                  <a:t>, </a:t>
                </a:r>
                <a:r>
                  <a:rPr lang="en-US" dirty="0" err="1"/>
                  <a:t>δ</a:t>
                </a:r>
                <a:r>
                  <a:rPr lang="en-US" dirty="0"/>
                  <a:t>)-DP only if sensitivity (</a:t>
                </a:r>
                <a:r>
                  <a:rPr lang="en-IN" dirty="0"/>
                  <a:t>maximum change in gradient </a:t>
                </a:r>
                <a:r>
                  <a:rPr lang="en-IN" dirty="0" err="1"/>
                  <a:t>w.r.t</a:t>
                </a:r>
                <a:r>
                  <a:rPr lang="en-IN" dirty="0"/>
                  <a:t> one training data)</a:t>
                </a:r>
                <a:r>
                  <a:rPr lang="en-US" dirty="0"/>
                  <a:t> is bounded</a:t>
                </a:r>
              </a:p>
              <a:p>
                <a:r>
                  <a:rPr lang="en-US" dirty="0"/>
                  <a:t>A raw gradient has no bound, clipping forces ‖</a:t>
                </a:r>
                <a:r>
                  <a:rPr lang="en-US" dirty="0" err="1"/>
                  <a:t>ḡ</a:t>
                </a:r>
                <a:r>
                  <a:rPr lang="en-US" dirty="0"/>
                  <a:t>(xᵢ)‖₂ ≤ C =&gt; sensitivity = C</a:t>
                </a:r>
              </a:p>
              <a:p>
                <a:pPr marL="0" indent="0">
                  <a:buNone/>
                </a:pPr>
                <a:endParaRPr lang="en-US" sz="2800" b="1" dirty="0"/>
              </a:p>
              <a:p>
                <a:pPr marL="0" indent="0">
                  <a:buNone/>
                </a:pPr>
                <a:r>
                  <a:rPr lang="en-US" sz="2800" b="1" dirty="0"/>
                  <a:t>Noise Addition</a:t>
                </a:r>
              </a:p>
              <a:p>
                <a:r>
                  <a:rPr lang="en-US" dirty="0"/>
                  <a:t>Noise is scaled to the sensitivity: N(0, </a:t>
                </a:r>
                <a:r>
                  <a:rPr lang="el-GR" dirty="0"/>
                  <a:t>σ²</a:t>
                </a:r>
                <a:r>
                  <a:rPr lang="en-US" dirty="0"/>
                  <a:t>C²I), bigger C demands proportionally bigger noise</a:t>
                </a:r>
              </a:p>
              <a:p>
                <a14:m>
                  <m:oMath xmlns:m="http://schemas.openxmlformats.org/officeDocument/2006/math">
                    <m:r>
                      <a:rPr lang="en-IN" b="0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i="0"/>
                      <m:t>noise multiplier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dirty="0"/>
                  <a:t>controls the privacy level: larger </a:t>
                </a:r>
                <a:r>
                  <a:rPr lang="en-IN" dirty="0" err="1"/>
                  <a:t>σ</a:t>
                </a:r>
                <a:r>
                  <a:rPr lang="en-IN" dirty="0"/>
                  <a:t> → smaller </a:t>
                </a:r>
                <a:r>
                  <a:rPr lang="en-IN" dirty="0" err="1"/>
                  <a:t>ε</a:t>
                </a:r>
                <a:r>
                  <a:rPr lang="en-IN" dirty="0"/>
                  <a:t> (one step: 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IN">
                        <a:latin typeface="Cambria Math" panose="02040503050406030204" pitchFamily="18" charset="0"/>
                      </a:rPr>
                      <m:t>≥</m:t>
                    </m:r>
                    <m:rad>
                      <m:radPr>
                        <m:degHide m:val="on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⁡</m:t>
                        </m:r>
                        <m:d>
                          <m:dPr>
                            <m:ctrlPr>
                              <a:rPr lang="en-IN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1.25/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</m:d>
                      </m:e>
                    </m:rad>
                    <m:r>
                      <m:rPr>
                        <m:nor/>
                      </m:rPr>
                      <a:rPr lang="en-IN" i="0"/>
                      <m:t> </m:t>
                    </m:r>
                    <m:r>
                      <a:rPr lang="en-IN"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nor/>
                      </m:rPr>
                      <a:rPr lang="en-IN" i="0"/>
                      <m:t> 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IN" dirty="0"/>
                  <a:t>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2FAD78-2A02-DC5A-BA8D-8A2AB1E866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1325" y="1519361"/>
                <a:ext cx="11307763" cy="4351337"/>
              </a:xfrm>
              <a:blipFill>
                <a:blip r:embed="rId2"/>
                <a:stretch>
                  <a:fillRect l="-1122" t="-2326" b="-40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BE14764-63DB-0E76-F88D-90FD57D396B5}"/>
                  </a:ext>
                </a:extLst>
              </p14:cNvPr>
              <p14:cNvContentPartPr/>
              <p14:nvPr/>
            </p14:nvContentPartPr>
            <p14:xfrm>
              <a:off x="1015560" y="5493960"/>
              <a:ext cx="9178560" cy="5396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BE14764-63DB-0E76-F88D-90FD57D396B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06200" y="5484600"/>
                <a:ext cx="9197280" cy="558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002125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25648-A098-D873-50A7-4DDFF07CF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6AFB4C-BAEA-D484-6F53-73E20D9D51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8E5F6D2-82EA-D2C0-5BB0-3556B09A0AB5}"/>
                  </a:ext>
                </a:extLst>
              </p14:cNvPr>
              <p14:cNvContentPartPr/>
              <p14:nvPr/>
            </p14:nvContentPartPr>
            <p14:xfrm>
              <a:off x="380880" y="31680"/>
              <a:ext cx="11234520" cy="40320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8E5F6D2-82EA-D2C0-5BB0-3556B09A0AB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1520" y="22320"/>
                <a:ext cx="11253240" cy="4050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137381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E31A7-85D1-615B-61CA-08B3AC747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2C02E-0375-BF1F-E777-FB28D15160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8761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55DC3-FA4C-EC1D-9793-C685906B0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8F97A-9435-3FC0-679B-8DB191525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779" y="109349"/>
            <a:ext cx="11141074" cy="852805"/>
          </a:xfrm>
        </p:spPr>
        <p:txBody>
          <a:bodyPr/>
          <a:lstStyle/>
          <a:p>
            <a:r>
              <a:rPr lang="en-US"/>
              <a:t>DP-SGD: Results on MNIST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1FAB75-7657-DD04-51D2-B8CF6507B4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43" r="1657"/>
          <a:stretch>
            <a:fillRect/>
          </a:stretch>
        </p:blipFill>
        <p:spPr>
          <a:xfrm>
            <a:off x="315277" y="905721"/>
            <a:ext cx="11561443" cy="320040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5CBFBBC-FF95-BD82-8424-C7192D4362BC}"/>
              </a:ext>
            </a:extLst>
          </p:cNvPr>
          <p:cNvSpPr txBox="1"/>
          <p:nvPr/>
        </p:nvSpPr>
        <p:spPr>
          <a:xfrm>
            <a:off x="5456582" y="526774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1408CF-8A2C-3812-101B-3F362B97571B}"/>
              </a:ext>
            </a:extLst>
          </p:cNvPr>
          <p:cNvSpPr txBox="1"/>
          <p:nvPr/>
        </p:nvSpPr>
        <p:spPr>
          <a:xfrm>
            <a:off x="315277" y="4202267"/>
            <a:ext cx="338844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Training stops after only around </a:t>
            </a:r>
            <a:r>
              <a:rPr lang="en-IN" b="1" dirty="0"/>
              <a:t>16 epochs</a:t>
            </a:r>
            <a:r>
              <a:rPr lang="en-IN" dirty="0"/>
              <a:t> before the specified privacy budget is exhausted.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87B018-7183-C048-40AB-64C88DB435D9}"/>
              </a:ext>
            </a:extLst>
          </p:cNvPr>
          <p:cNvSpPr txBox="1"/>
          <p:nvPr/>
        </p:nvSpPr>
        <p:spPr>
          <a:xfrm>
            <a:off x="4477205" y="4256163"/>
            <a:ext cx="40110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Roughly </a:t>
            </a:r>
            <a:r>
              <a:rPr lang="en-IN" b="1" dirty="0"/>
              <a:t>130 epochs</a:t>
            </a:r>
            <a:r>
              <a:rPr lang="en-IN" dirty="0"/>
              <a:t> under the plotted privacy accounting.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6DF9060-B914-E0FD-56F7-964D3AE5E0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153" y="516460"/>
            <a:ext cx="4965700" cy="50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E8FF374-F829-B8AE-2988-7F7E4A0A2DA1}"/>
              </a:ext>
            </a:extLst>
          </p:cNvPr>
          <p:cNvSpPr txBox="1"/>
          <p:nvPr/>
        </p:nvSpPr>
        <p:spPr>
          <a:xfrm>
            <a:off x="188779" y="5294874"/>
            <a:ext cx="64099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As we train for more epochs, we spend more of our privacy budget. For a fixed </a:t>
            </a:r>
            <a:r>
              <a:rPr lang="el-GR" dirty="0"/>
              <a:t>ϵ, </a:t>
            </a:r>
            <a:r>
              <a:rPr lang="en-IN" dirty="0"/>
              <a:t>this is reflected here by an increasing </a:t>
            </a:r>
            <a:r>
              <a:rPr lang="el-GR" dirty="0"/>
              <a:t>δ. </a:t>
            </a:r>
            <a:r>
              <a:rPr lang="en-IN" dirty="0"/>
              <a:t>Once </a:t>
            </a:r>
            <a:r>
              <a:rPr lang="el-GR" dirty="0"/>
              <a:t>δ </a:t>
            </a:r>
            <a:r>
              <a:rPr lang="en-IN" dirty="0"/>
              <a:t>reaches the chosen threshold, around 10</a:t>
            </a:r>
            <a:r>
              <a:rPr lang="en-IN" baseline="30000" dirty="0"/>
              <a:t>−5</a:t>
            </a:r>
            <a:r>
              <a:rPr lang="en-IN" dirty="0"/>
              <a:t>, we stop training.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BA43897-3A87-BAA8-9688-FEC227B57B52}"/>
                  </a:ext>
                </a:extLst>
              </p14:cNvPr>
              <p14:cNvContentPartPr/>
              <p14:nvPr/>
            </p14:nvContentPartPr>
            <p14:xfrm>
              <a:off x="952560" y="943560"/>
              <a:ext cx="10804320" cy="47332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BA43897-3A87-BAA8-9688-FEC227B57B5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43200" y="934200"/>
                <a:ext cx="10823040" cy="475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92855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6379F-796C-8748-DB0C-2F91F60BC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8C099-9430-3C90-EEE8-24945E36F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779" y="109349"/>
            <a:ext cx="11141074" cy="852805"/>
          </a:xfrm>
        </p:spPr>
        <p:txBody>
          <a:bodyPr/>
          <a:lstStyle/>
          <a:p>
            <a:r>
              <a:rPr lang="en-US"/>
              <a:t>Computational cost of privacy in DP-SGD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2F5E1E-E7AA-8DAF-FC09-EDE56FD7355B}"/>
              </a:ext>
            </a:extLst>
          </p:cNvPr>
          <p:cNvSpPr txBox="1"/>
          <p:nvPr/>
        </p:nvSpPr>
        <p:spPr>
          <a:xfrm>
            <a:off x="5456582" y="526774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101A77-A1C8-06BA-100B-917B6575F947}"/>
              </a:ext>
            </a:extLst>
          </p:cNvPr>
          <p:cNvSpPr txBox="1"/>
          <p:nvPr/>
        </p:nvSpPr>
        <p:spPr>
          <a:xfrm>
            <a:off x="94389" y="1219511"/>
            <a:ext cx="1200322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Gaussian Noise addition: Convergence slows down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Per-sample gradient clipping: Must store per-sample gradient in memory, memory required increases, </a:t>
            </a:r>
            <a:r>
              <a:rPr lang="en-US" sz="2400" b="1" dirty="0"/>
              <a:t>throughput</a:t>
            </a:r>
            <a:r>
              <a:rPr lang="en-US" sz="2400" dirty="0"/>
              <a:t> (</a:t>
            </a:r>
            <a:r>
              <a:rPr lang="en-IN" sz="2400" dirty="0"/>
              <a:t>#training samples processed per sec</a:t>
            </a:r>
            <a:r>
              <a:rPr lang="en-US" sz="2400" dirty="0"/>
              <a:t>) reduces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9646EC-B551-8F18-69C0-5D1D51B206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237" y="3519961"/>
            <a:ext cx="5930900" cy="20447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E3FAE73-05D3-3858-3C3B-BB239BF2B571}"/>
              </a:ext>
            </a:extLst>
          </p:cNvPr>
          <p:cNvSpPr txBox="1"/>
          <p:nvPr/>
        </p:nvSpPr>
        <p:spPr>
          <a:xfrm>
            <a:off x="1072627" y="5565350"/>
            <a:ext cx="4936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Maximum achievable batch size of </a:t>
            </a:r>
            <a:r>
              <a:rPr lang="en-US" err="1"/>
              <a:t>ResNet</a:t>
            </a:r>
            <a:r>
              <a:rPr lang="en-US"/>
              <a:t> on A100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698FAC1-695C-612D-1E0C-2D39CE54B0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2470" y="3456305"/>
            <a:ext cx="5070751" cy="176826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B5715AB-311F-4D4A-6D3E-E315EF96896D}"/>
              </a:ext>
            </a:extLst>
          </p:cNvPr>
          <p:cNvSpPr txBox="1"/>
          <p:nvPr/>
        </p:nvSpPr>
        <p:spPr>
          <a:xfrm>
            <a:off x="8218558" y="5313907"/>
            <a:ext cx="35425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Ratio of mean throughputs between </a:t>
            </a:r>
          </a:p>
          <a:p>
            <a:r>
              <a:rPr lang="en-US" dirty="0"/>
              <a:t>non-private and private baseline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157E84-1A79-7818-80B2-2ADFB82AC16E}"/>
              </a:ext>
            </a:extLst>
          </p:cNvPr>
          <p:cNvSpPr txBox="1"/>
          <p:nvPr/>
        </p:nvSpPr>
        <p:spPr>
          <a:xfrm>
            <a:off x="9553116" y="5960238"/>
            <a:ext cx="61102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</a:t>
            </a:r>
            <a:r>
              <a:rPr lang="en-US" sz="1200" dirty="0" err="1"/>
              <a:t>arxiv.org</a:t>
            </a:r>
            <a:r>
              <a:rPr lang="en-US" sz="1200" dirty="0"/>
              <a:t>/pdf/2406.17298v3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778CE9-9578-00B6-6527-3D8E95631BFB}"/>
              </a:ext>
            </a:extLst>
          </p:cNvPr>
          <p:cNvSpPr txBox="1"/>
          <p:nvPr/>
        </p:nvSpPr>
        <p:spPr>
          <a:xfrm>
            <a:off x="188779" y="5796182"/>
            <a:ext cx="78495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E.g., R50x3</a:t>
            </a:r>
            <a:r>
              <a:rPr lang="en-IN" sz="1200" dirty="0"/>
              <a:t> is a ResNet-50 architecture whose layers are approximately </a:t>
            </a:r>
            <a:r>
              <a:rPr lang="en-IN" sz="1200" b="1" dirty="0"/>
              <a:t>3× wider</a:t>
            </a:r>
            <a:r>
              <a:rPr lang="en-IN" sz="1200" dirty="0"/>
              <a:t> than the standard ResNet-50</a:t>
            </a:r>
            <a:endParaRPr lang="en-US" sz="12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0327C3A-20E4-306D-EEE1-1A1D720519BA}"/>
                  </a:ext>
                </a:extLst>
              </p14:cNvPr>
              <p14:cNvContentPartPr/>
              <p14:nvPr/>
            </p14:nvContentPartPr>
            <p14:xfrm>
              <a:off x="320040" y="1423080"/>
              <a:ext cx="11611800" cy="39502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0327C3A-20E4-306D-EEE1-1A1D720519B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10680" y="1413720"/>
                <a:ext cx="11630520" cy="3969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82126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655A9-5423-3648-2929-AE23C9397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712E5-23BC-3605-4706-2610F3C24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157" y="234171"/>
            <a:ext cx="11217275" cy="871093"/>
          </a:xfr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r>
              <a:rPr lang="en-US" kern="1200">
                <a:latin typeface="+mj-lt"/>
                <a:ea typeface="+mj-ea"/>
                <a:cs typeface="+mj-cs"/>
              </a:rPr>
              <a:t>DP-SGD for LLMs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A51770-398E-AF85-4872-2688CBB2E176}"/>
              </a:ext>
            </a:extLst>
          </p:cNvPr>
          <p:cNvSpPr txBox="1"/>
          <p:nvPr/>
        </p:nvSpPr>
        <p:spPr bwMode="auto">
          <a:xfrm>
            <a:off x="441503" y="1819799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228600" indent="-22860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/>
              <a:t>The feasibility of applying DP-SGD to an LLM depends on the training stage</a:t>
            </a:r>
          </a:p>
          <a:p>
            <a:pPr marL="228600" indent="-22860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2400"/>
          </a:p>
          <a:p>
            <a:pPr marL="228600" indent="-22860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/>
              <a:t>Pre-training from scratch: very large performance drop, often impractical</a:t>
            </a:r>
          </a:p>
          <a:p>
            <a:pPr marL="228600" indent="-22860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2400"/>
          </a:p>
          <a:p>
            <a:pPr marL="228600" indent="-22860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/>
              <a:t>Fine-tuning a pretrained model: small accuracy loss, works well at ε = 3 -- 8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D4A17F-011F-FE2D-A055-F11A94EE7B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822167"/>
            <a:ext cx="6048359" cy="2147165"/>
          </a:xfrm>
          <a:prstGeom prst="rect">
            <a:avLst/>
          </a:prstGeom>
          <a:noFill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C321B31-36BB-E529-1B9D-CD8BA800C174}"/>
              </a:ext>
            </a:extLst>
          </p:cNvPr>
          <p:cNvSpPr txBox="1"/>
          <p:nvPr/>
        </p:nvSpPr>
        <p:spPr>
          <a:xfrm>
            <a:off x="5456582" y="526774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283BA5-7FE1-FE2C-6775-D24A3CE43918}"/>
              </a:ext>
            </a:extLst>
          </p:cNvPr>
          <p:cNvSpPr txBox="1"/>
          <p:nvPr/>
        </p:nvSpPr>
        <p:spPr>
          <a:xfrm>
            <a:off x="133349" y="5890575"/>
            <a:ext cx="79914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</a:t>
            </a:r>
            <a:r>
              <a:rPr lang="en-US" sz="1200" dirty="0" err="1"/>
              <a:t>proceedings.neurips.cc</a:t>
            </a:r>
            <a:r>
              <a:rPr lang="en-US" sz="1200" dirty="0"/>
              <a:t>/</a:t>
            </a:r>
            <a:r>
              <a:rPr lang="en-US" sz="1200" dirty="0" err="1"/>
              <a:t>paper_files</a:t>
            </a:r>
            <a:r>
              <a:rPr lang="en-US" sz="1200" dirty="0"/>
              <a:t>/paper/2024/file/ac04e54e0a2d1927d60709019e4e7870-Paper-Conference.pdf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FB2046-F275-33BD-27A0-97478631B653}"/>
              </a:ext>
            </a:extLst>
          </p:cNvPr>
          <p:cNvSpPr/>
          <p:nvPr/>
        </p:nvSpPr>
        <p:spPr>
          <a:xfrm>
            <a:off x="6288844" y="2344896"/>
            <a:ext cx="5662669" cy="591594"/>
          </a:xfrm>
          <a:prstGeom prst="rect">
            <a:avLst/>
          </a:prstGeom>
          <a:solidFill>
            <a:schemeClr val="bg1">
              <a:alpha val="15035"/>
            </a:schemeClr>
          </a:solidFill>
          <a:ln w="317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5636CA-80C4-DDEB-C797-703393A6C991}"/>
              </a:ext>
            </a:extLst>
          </p:cNvPr>
          <p:cNvSpPr txBox="1"/>
          <p:nvPr/>
        </p:nvSpPr>
        <p:spPr>
          <a:xfrm>
            <a:off x="6046523" y="3568731"/>
            <a:ext cx="60978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Pretraining: </a:t>
            </a:r>
            <a:r>
              <a:rPr lang="en-IN" dirty="0"/>
              <a:t>Huge numbers of optimization steps -&gt; Privacy loss accumulates-&gt; Gaussian noise can become a major obstacle to learning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D8AD4D-0D9E-83CD-44E3-E261E6E76A8A}"/>
              </a:ext>
            </a:extLst>
          </p:cNvPr>
          <p:cNvSpPr txBox="1"/>
          <p:nvPr/>
        </p:nvSpPr>
        <p:spPr>
          <a:xfrm>
            <a:off x="6096000" y="4591153"/>
            <a:ext cx="61088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Finetuning:</a:t>
            </a:r>
            <a:r>
              <a:rPr lang="en-IN" dirty="0"/>
              <a:t> Some examples may produce large and informative gradients as the pretrained model needs to adapt to a new task/domain. Aggressive clipping can suppress these useful updates.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8AB46F-F270-F99B-DB01-F9727437BF9D}"/>
              </a:ext>
            </a:extLst>
          </p:cNvPr>
          <p:cNvSpPr txBox="1"/>
          <p:nvPr/>
        </p:nvSpPr>
        <p:spPr>
          <a:xfrm>
            <a:off x="6288844" y="2969332"/>
            <a:ext cx="1048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WHY?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40FD7A8-0AE5-B32B-3A8F-A2436E7EBB00}"/>
                  </a:ext>
                </a:extLst>
              </p14:cNvPr>
              <p14:cNvContentPartPr/>
              <p14:nvPr/>
            </p14:nvContentPartPr>
            <p14:xfrm>
              <a:off x="5297040" y="1311480"/>
              <a:ext cx="6326640" cy="38440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40FD7A8-0AE5-B32B-3A8F-A2436E7EBB0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87680" y="1302120"/>
                <a:ext cx="6345360" cy="3862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71050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/>
      <p:bldP spid="14" grpId="0"/>
      <p:bldP spid="1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B18E1-282D-FC98-A2F9-A8DE9E63A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5B1F3-CC3C-24C0-14EF-EE5485D5A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157" y="234171"/>
            <a:ext cx="11217275" cy="871093"/>
          </a:xfr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r>
              <a:rPr lang="en-US" kern="1200" dirty="0">
                <a:latin typeface="+mj-lt"/>
                <a:ea typeface="+mj-ea"/>
                <a:cs typeface="+mj-cs"/>
              </a:rPr>
              <a:t>Why </a:t>
            </a:r>
            <a:r>
              <a:rPr lang="en-US" dirty="0"/>
              <a:t>p</a:t>
            </a:r>
            <a:r>
              <a:rPr lang="en-US" kern="1200" dirty="0">
                <a:latin typeface="+mj-lt"/>
                <a:ea typeface="+mj-ea"/>
                <a:cs typeface="+mj-cs"/>
              </a:rPr>
              <a:t>re-training with DP is hard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911141-4C44-C925-0965-74AAFFFEBD52}"/>
              </a:ext>
            </a:extLst>
          </p:cNvPr>
          <p:cNvSpPr txBox="1"/>
          <p:nvPr/>
        </p:nvSpPr>
        <p:spPr>
          <a:xfrm>
            <a:off x="5456582" y="526774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7B2B0C-CFCA-F7BD-1458-B8CE08911B74}"/>
              </a:ext>
            </a:extLst>
          </p:cNvPr>
          <p:cNvSpPr txBox="1"/>
          <p:nvPr/>
        </p:nvSpPr>
        <p:spPr>
          <a:xfrm>
            <a:off x="370395" y="1585210"/>
            <a:ext cx="10357104" cy="717119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DP-SGD changes each parameter update in two ways </a:t>
            </a:r>
            <a:r>
              <a:rPr lang="en-US" sz="2000" dirty="0">
                <a:solidFill>
                  <a:srgbClr val="00B0F0"/>
                </a:solidFill>
              </a:rPr>
              <a:t>[Bu et al., 2024]: 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/>
              <a:t>Clips each sample’s gradient (clipping factor c)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/>
              <a:t>Adds Gaussian noise (noise scale </a:t>
            </a:r>
            <a:r>
              <a:rPr lang="el-GR" sz="2000" dirty="0"/>
              <a:t>σ</a:t>
            </a:r>
            <a:r>
              <a:rPr lang="en-US" sz="20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These modifications introduce an additionally penalty in the expected improvement of training loss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This penalty is called the </a:t>
            </a:r>
            <a:r>
              <a:rPr lang="en-US" sz="2000" dirty="0">
                <a:solidFill>
                  <a:srgbClr val="00B0F0"/>
                </a:solidFill>
              </a:rPr>
              <a:t>decelerator</a:t>
            </a:r>
          </a:p>
          <a:p>
            <a:endParaRPr lang="en-US" sz="2000" dirty="0">
              <a:solidFill>
                <a:srgbClr val="00B0F0"/>
              </a:solidFill>
            </a:endParaRPr>
          </a:p>
          <a:p>
            <a:pPr marL="3486150" lvl="7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0B0F0"/>
              </a:solidFill>
            </a:endParaRPr>
          </a:p>
          <a:p>
            <a:pPr marL="3486150" lvl="7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0B0F0"/>
              </a:solidFill>
            </a:endParaRPr>
          </a:p>
          <a:p>
            <a:pPr lvl="7"/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0B0F0"/>
              </a:solidFill>
            </a:endParaRPr>
          </a:p>
          <a:p>
            <a:pPr lvl="8"/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13E33A-9184-FA92-EACA-6F3BC73EB8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559" r="42088"/>
          <a:stretch>
            <a:fillRect/>
          </a:stretch>
        </p:blipFill>
        <p:spPr>
          <a:xfrm>
            <a:off x="4832872" y="4057832"/>
            <a:ext cx="2526256" cy="88852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09EE524-2A07-DB4E-8CA8-6C73A7643F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059" y="2220492"/>
            <a:ext cx="3467100" cy="9271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82F34F-968B-9572-8971-7EA43F1AFB22}"/>
              </a:ext>
            </a:extLst>
          </p:cNvPr>
          <p:cNvSpPr txBox="1"/>
          <p:nvPr/>
        </p:nvSpPr>
        <p:spPr>
          <a:xfrm>
            <a:off x="954157" y="563707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/pdf/2402.18752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6E1EF7C-4224-AE55-1B23-60DECE0CC6FF}"/>
                  </a:ext>
                </a:extLst>
              </p14:cNvPr>
              <p14:cNvContentPartPr/>
              <p14:nvPr/>
            </p14:nvContentPartPr>
            <p14:xfrm>
              <a:off x="5074920" y="3798000"/>
              <a:ext cx="2567160" cy="14749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6E1EF7C-4224-AE55-1B23-60DECE0CC6F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065560" y="3788640"/>
                <a:ext cx="2585880" cy="1493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552160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D3C0F-FE77-BD13-7461-8AE19CDEB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9F552-1E0C-2529-7DA0-57A79106549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B089D6-1846-C840-4371-BB403EAA2B7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9A7B78-8AB0-089E-2646-81997FFC7D8B}"/>
              </a:ext>
            </a:extLst>
          </p:cNvPr>
          <p:cNvSpPr txBox="1"/>
          <p:nvPr/>
        </p:nvSpPr>
        <p:spPr>
          <a:xfrm>
            <a:off x="0" y="6032500"/>
            <a:ext cx="12192000" cy="8509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90704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571EE-0C72-453F-6CBE-044950734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6B15-AD7B-F826-D653-042A29E48A5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EE1006-C349-CC3E-5C57-AB23894FCED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491AE3-304D-13ED-FE30-D181599E0C10}"/>
              </a:ext>
            </a:extLst>
          </p:cNvPr>
          <p:cNvSpPr txBox="1"/>
          <p:nvPr/>
        </p:nvSpPr>
        <p:spPr>
          <a:xfrm>
            <a:off x="0" y="6032500"/>
            <a:ext cx="12192000" cy="8509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6578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28D5A-DCFD-C4AC-E797-3E1A14D46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585741-4B03-6563-C3E2-C582BDE30E5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683210-E444-C30E-7BB2-E81686F3F6B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1C2AE0-6791-F3F5-E556-3A61ED764235}"/>
              </a:ext>
            </a:extLst>
          </p:cNvPr>
          <p:cNvSpPr txBox="1"/>
          <p:nvPr/>
        </p:nvSpPr>
        <p:spPr>
          <a:xfrm>
            <a:off x="0" y="6032500"/>
            <a:ext cx="12192000" cy="8509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2133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D14D7-9C50-D28A-3068-EDC666F13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59626-C558-7BBE-7E51-3729EA8B7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E9E019-27B9-0657-997D-A7DD2C55F13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D61E6A-B6AF-AB61-1F66-B621B51F99C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577020-D281-C8E3-2519-6EC46874F513}"/>
              </a:ext>
            </a:extLst>
          </p:cNvPr>
          <p:cNvSpPr txBox="1"/>
          <p:nvPr/>
        </p:nvSpPr>
        <p:spPr>
          <a:xfrm>
            <a:off x="0" y="6032500"/>
            <a:ext cx="12192000" cy="8509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0363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94890-262C-693B-8BE2-68E30BE53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88C4E566-3963-DE0D-DD01-966B3B2310AA}"/>
              </a:ext>
            </a:extLst>
          </p:cNvPr>
          <p:cNvSpPr txBox="1"/>
          <p:nvPr/>
        </p:nvSpPr>
        <p:spPr>
          <a:xfrm>
            <a:off x="5456582" y="526774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4D42600-5EB3-BA76-4B29-A2FFD1D87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141" y="166954"/>
            <a:ext cx="11363579" cy="971677"/>
          </a:xfrm>
        </p:spPr>
        <p:txBody>
          <a:bodyPr/>
          <a:lstStyle/>
          <a:p>
            <a:r>
              <a:rPr lang="en-US" dirty="0"/>
              <a:t>Why pre-training with DP is hard?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69CFCB-D69A-8F4B-D78A-EDC2EF202E61}"/>
              </a:ext>
            </a:extLst>
          </p:cNvPr>
          <p:cNvSpPr txBox="1"/>
          <p:nvPr/>
        </p:nvSpPr>
        <p:spPr>
          <a:xfrm>
            <a:off x="256032" y="1314551"/>
            <a:ext cx="9966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Overall goal during training is to minimize expected loss over data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8EC26CD-590B-0B79-9E75-9F09704737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8571" y="2020980"/>
            <a:ext cx="4029456" cy="80349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264FC29-5D01-C54A-D5AD-BC9BD975746A}"/>
              </a:ext>
            </a:extLst>
          </p:cNvPr>
          <p:cNvSpPr txBox="1"/>
          <p:nvPr/>
        </p:nvSpPr>
        <p:spPr>
          <a:xfrm>
            <a:off x="256032" y="3242034"/>
            <a:ext cx="2130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Per sample gradient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2DEC9B-09E5-1C4A-52E3-4409D761422A}"/>
              </a:ext>
            </a:extLst>
          </p:cNvPr>
          <p:cNvSpPr txBox="1"/>
          <p:nvPr/>
        </p:nvSpPr>
        <p:spPr>
          <a:xfrm>
            <a:off x="259187" y="3978387"/>
            <a:ext cx="1667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Oracle gradient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92ABD7A-2BE4-D8CC-8848-ACADD0E5A8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6584" y="3787807"/>
            <a:ext cx="3155976" cy="76944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F29835D-0A2E-99AE-7111-B9F0CA145FC0}"/>
              </a:ext>
            </a:extLst>
          </p:cNvPr>
          <p:cNvSpPr txBox="1"/>
          <p:nvPr/>
        </p:nvSpPr>
        <p:spPr>
          <a:xfrm>
            <a:off x="6834811" y="4557250"/>
            <a:ext cx="47559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Assumption: Per-sample gradients are IID with no</a:t>
            </a:r>
          </a:p>
          <a:p>
            <a:r>
              <a:rPr lang="en-US" dirty="0"/>
              <a:t>restriction on the covariance structure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39603B5-6DC5-18EC-152E-857D1C5964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4811" y="5363782"/>
            <a:ext cx="5197488" cy="54658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1464BE0-50FC-5C2A-5C76-0D54273597A5}"/>
              </a:ext>
            </a:extLst>
          </p:cNvPr>
          <p:cNvSpPr txBox="1"/>
          <p:nvPr/>
        </p:nvSpPr>
        <p:spPr>
          <a:xfrm>
            <a:off x="262338" y="4771927"/>
            <a:ext cx="1575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Oracle hessian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18352E6-7A5E-D0E1-5280-B3D31EFE1FE5}"/>
              </a:ext>
            </a:extLst>
          </p:cNvPr>
          <p:cNvGrpSpPr/>
          <p:nvPr/>
        </p:nvGrpSpPr>
        <p:grpSpPr>
          <a:xfrm>
            <a:off x="2446567" y="4703504"/>
            <a:ext cx="3102380" cy="437755"/>
            <a:chOff x="2482298" y="4733690"/>
            <a:chExt cx="3102380" cy="39810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FDC5CE7-A76F-6D8B-F948-54A3604E177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2482298" y="4762461"/>
              <a:ext cx="3102380" cy="369332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0EC9AD9-3B28-642A-DF57-059DE6CA3D2A}"/>
                </a:ext>
              </a:extLst>
            </p:cNvPr>
            <p:cNvSpPr/>
            <p:nvPr/>
          </p:nvSpPr>
          <p:spPr>
            <a:xfrm>
              <a:off x="2612571" y="4733690"/>
              <a:ext cx="508690" cy="956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D0CB4D82-C49C-6580-527B-6F07781C0C4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86584" y="3140247"/>
            <a:ext cx="3387199" cy="43288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C4601CF-4355-D65A-A408-9A499EA1A46E}"/>
              </a:ext>
            </a:extLst>
          </p:cNvPr>
          <p:cNvSpPr txBox="1"/>
          <p:nvPr/>
        </p:nvSpPr>
        <p:spPr>
          <a:xfrm>
            <a:off x="954157" y="563707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/pdf/2402.18752</a:t>
            </a:r>
          </a:p>
        </p:txBody>
      </p:sp>
    </p:spTree>
    <p:extLst>
      <p:ext uri="{BB962C8B-B14F-4D97-AF65-F5344CB8AC3E}">
        <p14:creationId xmlns:p14="http://schemas.microsoft.com/office/powerpoint/2010/main" val="21280027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F7620-AA81-F0AD-51A4-A2C1C62BC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24A4C9A-C1D1-38D4-8640-22BFE46AB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141" y="166954"/>
            <a:ext cx="11363579" cy="971677"/>
          </a:xfrm>
        </p:spPr>
        <p:txBody>
          <a:bodyPr/>
          <a:lstStyle/>
          <a:p>
            <a:r>
              <a:rPr lang="en-US" dirty="0"/>
              <a:t>Why pre-training with DP is hard?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05D7BA-0AF9-C10F-F10B-D9FCD4C1B522}"/>
              </a:ext>
            </a:extLst>
          </p:cNvPr>
          <p:cNvSpPr txBox="1"/>
          <p:nvPr/>
        </p:nvSpPr>
        <p:spPr>
          <a:xfrm>
            <a:off x="237744" y="1554480"/>
            <a:ext cx="2020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For DP optimizers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5E9792-FE90-841D-C96A-4B44C3C198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4912" y="1481328"/>
            <a:ext cx="6742176" cy="7891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607178E-975F-133B-D4E7-8C4D6D3FE596}"/>
              </a:ext>
            </a:extLst>
          </p:cNvPr>
          <p:cNvSpPr txBox="1"/>
          <p:nvPr/>
        </p:nvSpPr>
        <p:spPr>
          <a:xfrm>
            <a:off x="237744" y="2501696"/>
            <a:ext cx="1572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Update rule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6B8774E-D327-D5A5-F7D6-A689867F44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1216" y="2501696"/>
            <a:ext cx="2084832" cy="31373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EDF240C-24CC-26CB-D5B9-AEC580625ABB}"/>
              </a:ext>
            </a:extLst>
          </p:cNvPr>
          <p:cNvSpPr txBox="1"/>
          <p:nvPr/>
        </p:nvSpPr>
        <p:spPr>
          <a:xfrm>
            <a:off x="237744" y="3429000"/>
            <a:ext cx="4943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By using second-order Taylor approximation, we get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C2EBC1F-1605-BEB2-30E8-539C633DD73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3788156" y="3798332"/>
            <a:ext cx="4943789" cy="664383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59DD7699-2377-E27F-C0DE-4E54BAF1128B}"/>
              </a:ext>
            </a:extLst>
          </p:cNvPr>
          <p:cNvSpPr txBox="1"/>
          <p:nvPr/>
        </p:nvSpPr>
        <p:spPr>
          <a:xfrm>
            <a:off x="112140" y="4640189"/>
            <a:ext cx="7129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By taking expectation on RHS, expected per iteration loss improvement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86948ED-E7A4-3115-77C7-CCBE948746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7184" y="5092328"/>
            <a:ext cx="6245352" cy="759050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09F9EE7F-0FDD-B57B-9268-E4E0FC41256A}"/>
              </a:ext>
            </a:extLst>
          </p:cNvPr>
          <p:cNvGrpSpPr/>
          <p:nvPr/>
        </p:nvGrpSpPr>
        <p:grpSpPr>
          <a:xfrm>
            <a:off x="9756648" y="1538538"/>
            <a:ext cx="2000703" cy="649224"/>
            <a:chOff x="9756648" y="1538538"/>
            <a:chExt cx="2000703" cy="649224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CAC0BBE-BD2C-2B98-E791-5D958BB43F8A}"/>
                </a:ext>
              </a:extLst>
            </p:cNvPr>
            <p:cNvSpPr txBox="1"/>
            <p:nvPr/>
          </p:nvSpPr>
          <p:spPr>
            <a:xfrm>
              <a:off x="11027664" y="1678484"/>
              <a:ext cx="7296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Eq (1)</a:t>
              </a: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EF0A0D0E-3D02-6C25-CA0B-6CA06D014E4B}"/>
                </a:ext>
              </a:extLst>
            </p:cNvPr>
            <p:cNvGrpSpPr/>
            <p:nvPr/>
          </p:nvGrpSpPr>
          <p:grpSpPr>
            <a:xfrm>
              <a:off x="9756648" y="1538538"/>
              <a:ext cx="2000703" cy="649224"/>
              <a:chOff x="9756648" y="1538538"/>
              <a:chExt cx="2000703" cy="649224"/>
            </a:xfrm>
          </p:grpSpPr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9A259872-6897-5347-0868-17DD8B4B9879}"/>
                  </a:ext>
                </a:extLst>
              </p:cNvPr>
              <p:cNvCxnSpPr/>
              <p:nvPr/>
            </p:nvCxnSpPr>
            <p:spPr>
              <a:xfrm>
                <a:off x="9756648" y="1863150"/>
                <a:ext cx="1271016" cy="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704A44F2-D980-5F2B-212E-CF660C727296}"/>
                  </a:ext>
                </a:extLst>
              </p:cNvPr>
              <p:cNvSpPr/>
              <p:nvPr/>
            </p:nvSpPr>
            <p:spPr>
              <a:xfrm>
                <a:off x="11027664" y="1538538"/>
                <a:ext cx="729687" cy="649224"/>
              </a:xfrm>
              <a:prstGeom prst="ellipse">
                <a:avLst/>
              </a:prstGeom>
              <a:noFill/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BED00EF-82A5-649A-BB67-94FA6600D7D8}"/>
              </a:ext>
            </a:extLst>
          </p:cNvPr>
          <p:cNvGrpSpPr/>
          <p:nvPr/>
        </p:nvGrpSpPr>
        <p:grpSpPr>
          <a:xfrm>
            <a:off x="9835896" y="5147241"/>
            <a:ext cx="2000703" cy="649224"/>
            <a:chOff x="9756648" y="1538538"/>
            <a:chExt cx="2000703" cy="649224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E33B16E-14BE-E8A9-DA12-A9DF98F5ED98}"/>
                </a:ext>
              </a:extLst>
            </p:cNvPr>
            <p:cNvSpPr txBox="1"/>
            <p:nvPr/>
          </p:nvSpPr>
          <p:spPr>
            <a:xfrm>
              <a:off x="11027664" y="1678484"/>
              <a:ext cx="7296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Eq (2)</a:t>
              </a:r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02EC9F40-68A7-B6A6-4518-34FA332884BC}"/>
                </a:ext>
              </a:extLst>
            </p:cNvPr>
            <p:cNvGrpSpPr/>
            <p:nvPr/>
          </p:nvGrpSpPr>
          <p:grpSpPr>
            <a:xfrm>
              <a:off x="9756648" y="1538538"/>
              <a:ext cx="2000703" cy="649224"/>
              <a:chOff x="9756648" y="1538538"/>
              <a:chExt cx="2000703" cy="649224"/>
            </a:xfrm>
          </p:grpSpPr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DEC48321-3CA3-867D-0F70-6C8051F0D4F9}"/>
                  </a:ext>
                </a:extLst>
              </p:cNvPr>
              <p:cNvCxnSpPr/>
              <p:nvPr/>
            </p:nvCxnSpPr>
            <p:spPr>
              <a:xfrm>
                <a:off x="9756648" y="1863150"/>
                <a:ext cx="1271016" cy="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8A63F8D4-6791-8F6B-E302-E8BB5F239244}"/>
                  </a:ext>
                </a:extLst>
              </p:cNvPr>
              <p:cNvSpPr/>
              <p:nvPr/>
            </p:nvSpPr>
            <p:spPr>
              <a:xfrm>
                <a:off x="11027664" y="1538538"/>
                <a:ext cx="729687" cy="649224"/>
              </a:xfrm>
              <a:prstGeom prst="ellipse">
                <a:avLst/>
              </a:prstGeom>
              <a:noFill/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B16F944E-B420-95E5-97E4-408796857018}"/>
              </a:ext>
            </a:extLst>
          </p:cNvPr>
          <p:cNvSpPr txBox="1"/>
          <p:nvPr/>
        </p:nvSpPr>
        <p:spPr>
          <a:xfrm>
            <a:off x="403860" y="58058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/pdf/2402.18752</a:t>
            </a:r>
          </a:p>
        </p:txBody>
      </p:sp>
    </p:spTree>
    <p:extLst>
      <p:ext uri="{BB962C8B-B14F-4D97-AF65-F5344CB8AC3E}">
        <p14:creationId xmlns:p14="http://schemas.microsoft.com/office/powerpoint/2010/main" val="9743534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3190B-FF7D-C8BE-7BDA-FCB5E4B10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3E3F027-5EC1-672D-9E74-6B520796C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141" y="166954"/>
            <a:ext cx="11363579" cy="971677"/>
          </a:xfrm>
        </p:spPr>
        <p:txBody>
          <a:bodyPr/>
          <a:lstStyle/>
          <a:p>
            <a:r>
              <a:rPr lang="en-US" dirty="0"/>
              <a:t>Why pre-training with DP is hard?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7E33D3-CD9C-4E7A-6ED2-176F1A6C38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503" t="21471"/>
          <a:stretch>
            <a:fillRect/>
          </a:stretch>
        </p:blipFill>
        <p:spPr>
          <a:xfrm>
            <a:off x="3769047" y="2016428"/>
            <a:ext cx="1302826" cy="4188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FCDBAA8-9C49-96B9-BC6A-0D222CDC7E5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3400"/>
          <a:stretch>
            <a:fillRect/>
          </a:stretch>
        </p:blipFill>
        <p:spPr>
          <a:xfrm>
            <a:off x="6223008" y="2016427"/>
            <a:ext cx="2725554" cy="41884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519BE27-2194-4CA9-3412-115F9D4BA0E7}"/>
              </a:ext>
            </a:extLst>
          </p:cNvPr>
          <p:cNvSpPr txBox="1"/>
          <p:nvPr/>
        </p:nvSpPr>
        <p:spPr>
          <a:xfrm>
            <a:off x="210710" y="1279382"/>
            <a:ext cx="7788799" cy="46166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2400"/>
              <a:t>Taking expectation and covariance of Eq 1 with IID assumption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5BCF62-C60C-38E2-6E1F-BC206B6E66C7}"/>
              </a:ext>
            </a:extLst>
          </p:cNvPr>
          <p:cNvSpPr txBox="1"/>
          <p:nvPr/>
        </p:nvSpPr>
        <p:spPr>
          <a:xfrm>
            <a:off x="210710" y="2935224"/>
            <a:ext cx="2795894" cy="46166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2400"/>
              <a:t>Substituting into Eq 2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F002CDA-0DAD-08D2-67F8-AB5F8FE979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31008" y="3434961"/>
            <a:ext cx="7772400" cy="86873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FCCD48C-2792-72C0-DB59-CB48640F58C7}"/>
              </a:ext>
            </a:extLst>
          </p:cNvPr>
          <p:cNvSpPr txBox="1"/>
          <p:nvPr/>
        </p:nvSpPr>
        <p:spPr>
          <a:xfrm>
            <a:off x="112141" y="4841718"/>
            <a:ext cx="113954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The final term is called the </a:t>
            </a:r>
            <a:r>
              <a:rPr lang="en-US" sz="2400">
                <a:solidFill>
                  <a:srgbClr val="00B0F0"/>
                </a:solidFill>
              </a:rPr>
              <a:t>decelerator</a:t>
            </a:r>
            <a:r>
              <a:rPr lang="en-US" sz="2400"/>
              <a:t>, which isn’t present in standard training (</a:t>
            </a:r>
            <a:r>
              <a:rPr lang="en-US" sz="2400" err="1"/>
              <a:t>σ</a:t>
            </a:r>
            <a:r>
              <a:rPr lang="en-US" sz="2400"/>
              <a:t> = 0, c = 1)</a:t>
            </a:r>
          </a:p>
        </p:txBody>
      </p:sp>
    </p:spTree>
    <p:extLst>
      <p:ext uri="{BB962C8B-B14F-4D97-AF65-F5344CB8AC3E}">
        <p14:creationId xmlns:p14="http://schemas.microsoft.com/office/powerpoint/2010/main" val="27056621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56FA1-5749-2762-43A3-235BDBA0C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E9E23E4-1A2B-63BD-FEFF-339FC1787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997" y="121234"/>
            <a:ext cx="11363579" cy="971677"/>
          </a:xfrm>
        </p:spPr>
        <p:txBody>
          <a:bodyPr/>
          <a:lstStyle/>
          <a:p>
            <a:r>
              <a:rPr lang="en-US" dirty="0"/>
              <a:t>Why pre-training with DP is hard?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2386F9-F174-FDA0-354E-9E6186C3EFEC}"/>
              </a:ext>
            </a:extLst>
          </p:cNvPr>
          <p:cNvSpPr txBox="1"/>
          <p:nvPr/>
        </p:nvSpPr>
        <p:spPr>
          <a:xfrm>
            <a:off x="257546" y="1720840"/>
            <a:ext cx="1120902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tr(H) measures the curvature of the loss surface at the current weights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Pre-training starts with random-initialization, sharply curved surface, tr(H) is large, noise compounds the effect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An already pre-trained model, has a comparatively flat region, so tr(H) is smaller</a:t>
            </a:r>
          </a:p>
        </p:txBody>
      </p:sp>
    </p:spTree>
    <p:extLst>
      <p:ext uri="{BB962C8B-B14F-4D97-AF65-F5344CB8AC3E}">
        <p14:creationId xmlns:p14="http://schemas.microsoft.com/office/powerpoint/2010/main" val="18881015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56635A-34E0-54AB-C9C2-40FEDA37893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688667" y="845496"/>
            <a:ext cx="10814666" cy="43513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0C118DC-F2B1-02D9-555D-E9F291B885A9}"/>
              </a:ext>
            </a:extLst>
          </p:cNvPr>
          <p:cNvSpPr txBox="1"/>
          <p:nvPr/>
        </p:nvSpPr>
        <p:spPr>
          <a:xfrm>
            <a:off x="527538" y="61546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8FFD13-09E1-C452-9A20-7782A4C6E7A7}"/>
              </a:ext>
            </a:extLst>
          </p:cNvPr>
          <p:cNvSpPr txBox="1"/>
          <p:nvPr/>
        </p:nvSpPr>
        <p:spPr>
          <a:xfrm>
            <a:off x="360485" y="5877616"/>
            <a:ext cx="22119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https://</a:t>
            </a:r>
            <a:r>
              <a:rPr lang="en-US" sz="1200" dirty="0" err="1"/>
              <a:t>arxiv.org</a:t>
            </a:r>
            <a:r>
              <a:rPr lang="en-US" sz="1200" dirty="0"/>
              <a:t>/pdf/2510.15001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127852E-1DC2-EDED-17AC-C95D46B57C1D}"/>
                  </a:ext>
                </a:extLst>
              </p14:cNvPr>
              <p14:cNvContentPartPr/>
              <p14:nvPr/>
            </p14:nvContentPartPr>
            <p14:xfrm>
              <a:off x="1541160" y="2395080"/>
              <a:ext cx="2093400" cy="1098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127852E-1DC2-EDED-17AC-C95D46B57C1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31800" y="2385720"/>
                <a:ext cx="2112120" cy="128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345704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17141-F712-53F0-32DF-7FD6D778A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DE6B57F-55C1-0623-32AA-96734C831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29" y="279722"/>
            <a:ext cx="11381516" cy="667609"/>
          </a:xfrm>
        </p:spPr>
        <p:txBody>
          <a:bodyPr/>
          <a:lstStyle/>
          <a:p>
            <a:r>
              <a:rPr lang="en-US" err="1"/>
              <a:t>VaultGemma</a:t>
            </a:r>
            <a:r>
              <a:rPr lang="en-US"/>
              <a:t>: How it was pretrained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D75345-8E81-1DA6-55C2-28A3D19D336A}"/>
              </a:ext>
            </a:extLst>
          </p:cNvPr>
          <p:cNvSpPr txBox="1"/>
          <p:nvPr/>
        </p:nvSpPr>
        <p:spPr>
          <a:xfrm>
            <a:off x="306219" y="1309115"/>
            <a:ext cx="1091793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A very large batch size to reduce decelerator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 Short sequence length (~1024 tokens) to free up compute for large batch size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Huge compute infrastructure with 2048 TPUv6e chips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258E627-0313-5E1A-DE8F-9D98FF03A36A}"/>
              </a:ext>
            </a:extLst>
          </p:cNvPr>
          <p:cNvSpPr/>
          <p:nvPr/>
        </p:nvSpPr>
        <p:spPr>
          <a:xfrm>
            <a:off x="6971572" y="3522187"/>
            <a:ext cx="256265" cy="9464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391342-8A84-7172-2E4D-93B030869214}"/>
              </a:ext>
            </a:extLst>
          </p:cNvPr>
          <p:cNvSpPr/>
          <p:nvPr/>
        </p:nvSpPr>
        <p:spPr>
          <a:xfrm>
            <a:off x="6462363" y="3474865"/>
            <a:ext cx="256265" cy="9464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5EE722F-E888-75BD-25AA-0F3E30C191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0622" y="3609893"/>
            <a:ext cx="4712804" cy="239251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06CDB7E-171D-7E2A-CC24-306CE62AB14A}"/>
                  </a:ext>
                </a:extLst>
              </p14:cNvPr>
              <p14:cNvContentPartPr/>
              <p14:nvPr/>
            </p14:nvContentPartPr>
            <p14:xfrm>
              <a:off x="1092960" y="1726560"/>
              <a:ext cx="7454520" cy="39625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06CDB7E-171D-7E2A-CC24-306CE62AB14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83600" y="1717200"/>
                <a:ext cx="7473240" cy="3981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811045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04B0B-63E9-8AF2-CB61-F34208FD5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9FA510D-CC11-2C79-241B-D27F04860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23" y="318776"/>
            <a:ext cx="11349618" cy="710139"/>
          </a:xfrm>
        </p:spPr>
        <p:txBody>
          <a:bodyPr/>
          <a:lstStyle/>
          <a:p>
            <a:r>
              <a:rPr lang="en-US" err="1"/>
              <a:t>VaultGemma</a:t>
            </a:r>
            <a:r>
              <a:rPr lang="en-US"/>
              <a:t>: No detectable memorization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A8548C-5D38-396D-E3A0-259AD48CB973}"/>
              </a:ext>
            </a:extLst>
          </p:cNvPr>
          <p:cNvSpPr txBox="1"/>
          <p:nvPr/>
        </p:nvSpPr>
        <p:spPr>
          <a:xfrm>
            <a:off x="354064" y="1282394"/>
            <a:ext cx="1091793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Test: feed the model a 50-token prefix of a training example, check if it reproduces the next 50 tokens.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Every non-private Gemma model reproduces some training data, </a:t>
            </a:r>
            <a:r>
              <a:rPr lang="en-US" sz="2400" err="1"/>
              <a:t>VaultGemma</a:t>
            </a:r>
            <a:r>
              <a:rPr lang="en-US" sz="2400"/>
              <a:t> produces none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7875F9-98CB-0E15-3E93-4310ABE0AC5E}"/>
              </a:ext>
            </a:extLst>
          </p:cNvPr>
          <p:cNvSpPr/>
          <p:nvPr/>
        </p:nvSpPr>
        <p:spPr>
          <a:xfrm>
            <a:off x="6971572" y="3522187"/>
            <a:ext cx="256265" cy="9464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06D04C-2FC3-230A-FEB8-372A42E35B85}"/>
              </a:ext>
            </a:extLst>
          </p:cNvPr>
          <p:cNvSpPr/>
          <p:nvPr/>
        </p:nvSpPr>
        <p:spPr>
          <a:xfrm>
            <a:off x="6462363" y="3474865"/>
            <a:ext cx="256265" cy="9464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CB17FC-0E1B-5419-1D77-39546BE8F6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9480" y="3221386"/>
            <a:ext cx="4827103" cy="288662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C3BCC24-E335-DAB3-C838-4DDEA7BE27F0}"/>
                  </a:ext>
                </a:extLst>
              </p14:cNvPr>
              <p14:cNvContentPartPr/>
              <p14:nvPr/>
            </p14:nvContentPartPr>
            <p14:xfrm>
              <a:off x="4387320" y="3908160"/>
              <a:ext cx="4234680" cy="21009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C3BCC24-E335-DAB3-C838-4DDEA7BE27F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77960" y="3898800"/>
                <a:ext cx="4253400" cy="2119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851908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213C5-955F-38B3-5A9D-A0C9DD66C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1FCE2A2-05DE-E402-9F02-C6319CFB5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997" y="121234"/>
            <a:ext cx="11363579" cy="971677"/>
          </a:xfrm>
        </p:spPr>
        <p:txBody>
          <a:bodyPr/>
          <a:lstStyle/>
          <a:p>
            <a:r>
              <a:rPr lang="en-US" err="1"/>
              <a:t>VaultGemma</a:t>
            </a:r>
            <a:r>
              <a:rPr lang="en-US"/>
              <a:t>: The utility cost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C99E5A-3521-7652-666F-4476CD193424}"/>
              </a:ext>
            </a:extLst>
          </p:cNvPr>
          <p:cNvSpPr txBox="1"/>
          <p:nvPr/>
        </p:nvSpPr>
        <p:spPr>
          <a:xfrm>
            <a:off x="399288" y="1309116"/>
            <a:ext cx="1091793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On standard benchmarks, </a:t>
            </a:r>
            <a:r>
              <a:rPr lang="en-US" sz="2400" dirty="0" err="1"/>
              <a:t>VaultGemma</a:t>
            </a:r>
            <a:r>
              <a:rPr lang="en-US" sz="2400" dirty="0"/>
              <a:t> performs close to GPT-2 1.5B an almost 6-year older model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 modern non-private Gemma model of same size performs much better.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9C2660-3E3D-818D-5850-3C903D8DD2DA}"/>
              </a:ext>
            </a:extLst>
          </p:cNvPr>
          <p:cNvSpPr/>
          <p:nvPr/>
        </p:nvSpPr>
        <p:spPr>
          <a:xfrm>
            <a:off x="6971572" y="3522187"/>
            <a:ext cx="256265" cy="9464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303DD1F-0B47-DD2F-9925-1CAD6A90904B}"/>
              </a:ext>
            </a:extLst>
          </p:cNvPr>
          <p:cNvSpPr/>
          <p:nvPr/>
        </p:nvSpPr>
        <p:spPr>
          <a:xfrm>
            <a:off x="6462363" y="3474865"/>
            <a:ext cx="256265" cy="9464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2BAECB-F36E-3345-7CDA-E59DCF03CB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806" y="3332922"/>
            <a:ext cx="10792387" cy="221596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1A903C7-D8A8-7680-EFA1-B3438777E388}"/>
                  </a:ext>
                </a:extLst>
              </p14:cNvPr>
              <p14:cNvContentPartPr/>
              <p14:nvPr/>
            </p14:nvContentPartPr>
            <p14:xfrm>
              <a:off x="6102000" y="4250880"/>
              <a:ext cx="5072760" cy="12517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1A903C7-D8A8-7680-EFA1-B3438777E38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92640" y="4241520"/>
                <a:ext cx="5091480" cy="1270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983996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5A37A-FD7F-8D31-132A-8861D6386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A18859A-9970-8BC0-4BE7-4EE564B2F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997" y="121234"/>
            <a:ext cx="11363579" cy="971677"/>
          </a:xfrm>
        </p:spPr>
        <p:txBody>
          <a:bodyPr/>
          <a:lstStyle/>
          <a:p>
            <a:r>
              <a:rPr lang="en-US"/>
              <a:t>Where is DP usually applied?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2AE2A0-D870-96CB-A9F5-FCD834C49BA6}"/>
              </a:ext>
            </a:extLst>
          </p:cNvPr>
          <p:cNvSpPr txBox="1"/>
          <p:nvPr/>
        </p:nvSpPr>
        <p:spPr>
          <a:xfrm>
            <a:off x="399288" y="1309116"/>
            <a:ext cx="1091793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Standard practice applies DP optimizers during fine-tuning, on top of a public pretrained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Loss landscape is already flat after pre-training, decelerator term is small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9534FE-B0C2-7E09-EA65-D3C3CFF00469}"/>
              </a:ext>
            </a:extLst>
          </p:cNvPr>
          <p:cNvSpPr/>
          <p:nvPr/>
        </p:nvSpPr>
        <p:spPr>
          <a:xfrm>
            <a:off x="6971572" y="3522187"/>
            <a:ext cx="256265" cy="9464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D2AF46-348C-01E8-90CA-34350B7D96C4}"/>
              </a:ext>
            </a:extLst>
          </p:cNvPr>
          <p:cNvSpPr/>
          <p:nvPr/>
        </p:nvSpPr>
        <p:spPr>
          <a:xfrm>
            <a:off x="6462363" y="3474865"/>
            <a:ext cx="256265" cy="9464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7330FBB-6987-1FB3-AA19-2B19410806A3}"/>
              </a:ext>
            </a:extLst>
          </p:cNvPr>
          <p:cNvGrpSpPr/>
          <p:nvPr/>
        </p:nvGrpSpPr>
        <p:grpSpPr>
          <a:xfrm>
            <a:off x="2133801" y="3183528"/>
            <a:ext cx="4972681" cy="248264"/>
            <a:chOff x="2353098" y="3368914"/>
            <a:chExt cx="4766484" cy="2286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DC791CD-B9F7-466F-9FEC-993B207B991B}"/>
                </a:ext>
              </a:extLst>
            </p:cNvPr>
            <p:cNvSpPr/>
            <p:nvPr/>
          </p:nvSpPr>
          <p:spPr>
            <a:xfrm>
              <a:off x="2353098" y="3397792"/>
              <a:ext cx="875163" cy="199722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09C364B-1CB7-8616-56D7-B824C947FCA9}"/>
                </a:ext>
              </a:extLst>
            </p:cNvPr>
            <p:cNvSpPr/>
            <p:nvPr/>
          </p:nvSpPr>
          <p:spPr>
            <a:xfrm>
              <a:off x="6354108" y="3368914"/>
              <a:ext cx="765474" cy="228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ADE6B5E9-4030-A778-8D73-490B7BED7B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814" t="10535" r="7785"/>
          <a:stretch>
            <a:fillRect/>
          </a:stretch>
        </p:blipFill>
        <p:spPr>
          <a:xfrm>
            <a:off x="2558490" y="3017276"/>
            <a:ext cx="6599531" cy="29874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624C186-435D-825E-D13E-0CE3E911912F}"/>
              </a:ext>
            </a:extLst>
          </p:cNvPr>
          <p:cNvSpPr txBox="1"/>
          <p:nvPr/>
        </p:nvSpPr>
        <p:spPr>
          <a:xfrm>
            <a:off x="154744" y="5905830"/>
            <a:ext cx="61531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</a:t>
            </a:r>
            <a:r>
              <a:rPr lang="en-US" sz="1200" dirty="0" err="1"/>
              <a:t>openreview.net</a:t>
            </a:r>
            <a:r>
              <a:rPr lang="en-US" sz="1200" dirty="0"/>
              <a:t>/</a:t>
            </a:r>
            <a:r>
              <a:rPr lang="en-US" sz="1200" dirty="0" err="1"/>
              <a:t>pdf?id</a:t>
            </a:r>
            <a:r>
              <a:rPr lang="en-US" sz="1200" dirty="0"/>
              <a:t>=Q42f0dfjECO</a:t>
            </a:r>
          </a:p>
        </p:txBody>
      </p:sp>
    </p:spTree>
    <p:extLst>
      <p:ext uri="{BB962C8B-B14F-4D97-AF65-F5344CB8AC3E}">
        <p14:creationId xmlns:p14="http://schemas.microsoft.com/office/powerpoint/2010/main" val="30791419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51419-4023-7364-03CC-0AF5DFAA1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000E7FC-A8CF-6491-6581-948347608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997" y="121234"/>
            <a:ext cx="11363579" cy="971677"/>
          </a:xfrm>
        </p:spPr>
        <p:txBody>
          <a:bodyPr/>
          <a:lstStyle/>
          <a:p>
            <a:r>
              <a:rPr lang="en-US"/>
              <a:t>A middle ground: DP continual pre-training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3D7C90-774E-5989-928F-1266B636E8AB}"/>
              </a:ext>
            </a:extLst>
          </p:cNvPr>
          <p:cNvSpPr/>
          <p:nvPr/>
        </p:nvSpPr>
        <p:spPr>
          <a:xfrm>
            <a:off x="6971572" y="3522187"/>
            <a:ext cx="256265" cy="9464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4539A34-FC4D-1AD2-6959-B24E5359D312}"/>
              </a:ext>
            </a:extLst>
          </p:cNvPr>
          <p:cNvSpPr/>
          <p:nvPr/>
        </p:nvSpPr>
        <p:spPr>
          <a:xfrm>
            <a:off x="6462363" y="3474865"/>
            <a:ext cx="256265" cy="9464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CADB41-7061-621F-0ABE-48495DC4855A}"/>
              </a:ext>
            </a:extLst>
          </p:cNvPr>
          <p:cNvSpPr txBox="1"/>
          <p:nvPr/>
        </p:nvSpPr>
        <p:spPr>
          <a:xfrm>
            <a:off x="341629" y="1412231"/>
            <a:ext cx="6629943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</a:rPr>
              <a:t>Bu et al. [NeurIPS’24] </a:t>
            </a:r>
            <a:r>
              <a:rPr lang="en-US" sz="2000" dirty="0"/>
              <a:t>suggested a middle ground between entirely pre-training with DP and non-private pre-training.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070C0"/>
              </a:solidFill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Start pre-training on public data with no DP, then switch on DP-SGD to continue pre-training on private data.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The public phase moves the model into a flat region in the loss landscape, so decelerator is already small when noise is applied.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With ~10% public data this method reaches near non-private accuracy while still protecting private pre-training data.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070C0"/>
              </a:solidFill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070C0"/>
              </a:solidFill>
            </a:endParaRPr>
          </a:p>
          <a:p>
            <a:endParaRPr lang="en-US" sz="2000" dirty="0">
              <a:solidFill>
                <a:srgbClr val="0070C0"/>
              </a:solidFill>
            </a:endParaRPr>
          </a:p>
          <a:p>
            <a:endParaRPr lang="en-US" sz="2000" dirty="0">
              <a:solidFill>
                <a:srgbClr val="0070C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62F806-3369-7F28-F0E8-3B7A4609D4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9466" y="1757119"/>
            <a:ext cx="4337110" cy="25989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5463E85-4F03-FADF-20A9-0D49B1529F21}"/>
              </a:ext>
            </a:extLst>
          </p:cNvPr>
          <p:cNvSpPr txBox="1"/>
          <p:nvPr/>
        </p:nvSpPr>
        <p:spPr>
          <a:xfrm>
            <a:off x="7515101" y="4462799"/>
            <a:ext cx="46262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GPT2-small pre-training on </a:t>
            </a:r>
            <a:r>
              <a:rPr lang="en-US" err="1"/>
              <a:t>CodeParrot</a:t>
            </a:r>
            <a:r>
              <a:rPr lang="en-US"/>
              <a:t> dataset</a:t>
            </a:r>
          </a:p>
          <a:p>
            <a:r>
              <a:rPr lang="en-US"/>
              <a:t>(</a:t>
            </a:r>
            <a:r>
              <a:rPr lang="en-US" err="1"/>
              <a:t>ε</a:t>
            </a:r>
            <a:r>
              <a:rPr lang="en-US"/>
              <a:t> = 8 for mixed and private)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F5F81E-2AE0-C822-18E5-9FEDC67BCC2A}"/>
              </a:ext>
            </a:extLst>
          </p:cNvPr>
          <p:cNvSpPr txBox="1"/>
          <p:nvPr/>
        </p:nvSpPr>
        <p:spPr>
          <a:xfrm>
            <a:off x="7515101" y="5215855"/>
            <a:ext cx="35562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err="1"/>
              <a:t>CodeParrot</a:t>
            </a:r>
            <a:r>
              <a:rPr lang="en-US" sz="1400"/>
              <a:t>: </a:t>
            </a:r>
            <a:r>
              <a:rPr lang="en-US" sz="1400" err="1"/>
              <a:t>Github</a:t>
            </a:r>
            <a:r>
              <a:rPr lang="en-US" sz="1400"/>
              <a:t> dataset with ~20M .</a:t>
            </a:r>
            <a:r>
              <a:rPr lang="en-US" sz="1400" err="1"/>
              <a:t>py</a:t>
            </a:r>
            <a:r>
              <a:rPr lang="en-US" sz="1400"/>
              <a:t> files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131D26-4EFB-5AB3-451F-928ACB8F4298}"/>
              </a:ext>
            </a:extLst>
          </p:cNvPr>
          <p:cNvSpPr txBox="1"/>
          <p:nvPr/>
        </p:nvSpPr>
        <p:spPr>
          <a:xfrm>
            <a:off x="102996" y="5733647"/>
            <a:ext cx="71860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</a:t>
            </a:r>
            <a:r>
              <a:rPr lang="en-US" sz="1200" dirty="0" err="1"/>
              <a:t>arxiv.org</a:t>
            </a:r>
            <a:r>
              <a:rPr lang="en-US" sz="1200" dirty="0"/>
              <a:t>/pdf/2402.18752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A8C0691-AAFF-3976-F2B8-E3EA216C0F06}"/>
                  </a:ext>
                </a:extLst>
              </p14:cNvPr>
              <p14:cNvContentPartPr/>
              <p14:nvPr/>
            </p14:nvContentPartPr>
            <p14:xfrm>
              <a:off x="845280" y="1924200"/>
              <a:ext cx="10599120" cy="25390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A8C0691-AAFF-3976-F2B8-E3EA216C0F0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35920" y="1914840"/>
                <a:ext cx="10617840" cy="2557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156762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80F443A-0037-E153-901F-8C94C60DF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17CED9C-356E-6FEE-5705-F378CC1F2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997" y="121234"/>
            <a:ext cx="11363579" cy="971677"/>
          </a:xfrm>
        </p:spPr>
        <p:txBody>
          <a:bodyPr/>
          <a:lstStyle/>
          <a:p>
            <a:r>
              <a:rPr lang="en-US"/>
              <a:t>DP fine-tuning: Protect only the downstream 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D8E351-7CFF-C4BC-442D-C0D0767F86EA}"/>
              </a:ext>
            </a:extLst>
          </p:cNvPr>
          <p:cNvSpPr/>
          <p:nvPr/>
        </p:nvSpPr>
        <p:spPr>
          <a:xfrm>
            <a:off x="6971572" y="3522187"/>
            <a:ext cx="256265" cy="9464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BC6DD71-1650-8598-A8B1-1C80A4863552}"/>
              </a:ext>
            </a:extLst>
          </p:cNvPr>
          <p:cNvSpPr/>
          <p:nvPr/>
        </p:nvSpPr>
        <p:spPr>
          <a:xfrm>
            <a:off x="6462363" y="3474865"/>
            <a:ext cx="256265" cy="9464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46AEEC-E82E-47EF-848B-18877062F39F}"/>
              </a:ext>
            </a:extLst>
          </p:cNvPr>
          <p:cNvSpPr txBox="1"/>
          <p:nvPr/>
        </p:nvSpPr>
        <p:spPr>
          <a:xfrm>
            <a:off x="106441" y="1291286"/>
            <a:ext cx="1196096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Most cost-effective strategy: skip private pre-training, apply DP only when fine-tuning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Pre-training corpus is no longer protected, but the computational overhead is almost eliminated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0534C57-C090-6095-F9E2-CBFCF3A3B0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2214" y="2724955"/>
            <a:ext cx="9688196" cy="211856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A7A056F-6DD8-25DA-FFBA-21DA05FE65F8}"/>
              </a:ext>
            </a:extLst>
          </p:cNvPr>
          <p:cNvSpPr txBox="1"/>
          <p:nvPr/>
        </p:nvSpPr>
        <p:spPr>
          <a:xfrm>
            <a:off x="4105776" y="4926532"/>
            <a:ext cx="4969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GPT-2 on the E2E dataset (table-to-text generation)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B6D93A-3CE6-6072-97F5-716EF44E8511}"/>
              </a:ext>
            </a:extLst>
          </p:cNvPr>
          <p:cNvSpPr txBox="1"/>
          <p:nvPr/>
        </p:nvSpPr>
        <p:spPr>
          <a:xfrm>
            <a:off x="111172" y="5857880"/>
            <a:ext cx="61551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/>
              <a:t>https://</a:t>
            </a:r>
            <a:r>
              <a:rPr lang="en-US" sz="1200" err="1"/>
              <a:t>arxiv.org</a:t>
            </a:r>
            <a:r>
              <a:rPr lang="en-US" sz="1200"/>
              <a:t>/pdf/2110.05679</a:t>
            </a:r>
          </a:p>
        </p:txBody>
      </p:sp>
    </p:spTree>
    <p:extLst>
      <p:ext uri="{BB962C8B-B14F-4D97-AF65-F5344CB8AC3E}">
        <p14:creationId xmlns:p14="http://schemas.microsoft.com/office/powerpoint/2010/main" val="40390313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F05B4-C28A-3FA4-3696-4473192D8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28E0B11-C3D5-38B9-221D-B73C1CBF0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997" y="121234"/>
            <a:ext cx="11363579" cy="971677"/>
          </a:xfrm>
        </p:spPr>
        <p:txBody>
          <a:bodyPr/>
          <a:lstStyle/>
          <a:p>
            <a:r>
              <a:rPr lang="en-US"/>
              <a:t>Private fine-tuning </a:t>
            </a:r>
            <a:r>
              <a:rPr lang="en-US" err="1"/>
              <a:t>favours</a:t>
            </a:r>
            <a:r>
              <a:rPr lang="en-US"/>
              <a:t> larger models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3DB203-3C26-D5F6-2620-3E6EA171451B}"/>
              </a:ext>
            </a:extLst>
          </p:cNvPr>
          <p:cNvSpPr/>
          <p:nvPr/>
        </p:nvSpPr>
        <p:spPr>
          <a:xfrm>
            <a:off x="6971572" y="3522187"/>
            <a:ext cx="256265" cy="9464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A4FA61-B60D-BAB7-04EC-94EB47F0E3AA}"/>
              </a:ext>
            </a:extLst>
          </p:cNvPr>
          <p:cNvSpPr/>
          <p:nvPr/>
        </p:nvSpPr>
        <p:spPr>
          <a:xfrm>
            <a:off x="6462363" y="3474865"/>
            <a:ext cx="256265" cy="9464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C052E8-CE80-3D8A-C0EA-309460A0FD0A}"/>
              </a:ext>
            </a:extLst>
          </p:cNvPr>
          <p:cNvSpPr txBox="1"/>
          <p:nvPr/>
        </p:nvSpPr>
        <p:spPr>
          <a:xfrm>
            <a:off x="106441" y="1291286"/>
            <a:ext cx="1196096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For prior DP work in areas like image classification with CNNs, the traditional belief was smaller models are better for private learning. 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Accuracy of privately trained models typically degraded with increase in number of parameters due to DP noise being injected across every parameter, causing cumulative noise to drown out actual signal.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Yu et al. [ICLR’22]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/>
              <a:t>found the reverse for fine-tuning, scaling GPT-2 up narrows the gap to non-private.</a:t>
            </a:r>
            <a:endParaRPr lang="en-US" sz="2000" dirty="0">
              <a:solidFill>
                <a:srgbClr val="0070C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623DEF-7E94-83A9-A26D-D5DCF08D82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4771" y="3788076"/>
            <a:ext cx="8670985" cy="147921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2E48E57-8604-71FF-883C-D82987B8AF53}"/>
              </a:ext>
            </a:extLst>
          </p:cNvPr>
          <p:cNvSpPr txBox="1"/>
          <p:nvPr/>
        </p:nvSpPr>
        <p:spPr>
          <a:xfrm>
            <a:off x="3426921" y="5314613"/>
            <a:ext cx="592668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Fine-tuning results on DART dataset (table-to-text generation) </a:t>
            </a:r>
          </a:p>
          <a:p>
            <a:pPr algn="ctr"/>
            <a:r>
              <a:rPr lang="en-IN"/>
              <a:t> DP params: </a:t>
            </a:r>
            <a:r>
              <a:rPr lang="en-IN" err="1"/>
              <a:t>ε</a:t>
            </a:r>
            <a:r>
              <a:rPr lang="en-IN"/>
              <a:t> = 6.8, </a:t>
            </a:r>
            <a:r>
              <a:rPr lang="en-IN" err="1"/>
              <a:t>δ</a:t>
            </a:r>
            <a:r>
              <a:rPr lang="en-IN"/>
              <a:t>=1e-5</a:t>
            </a:r>
          </a:p>
          <a:p>
            <a:pPr algn="ctr"/>
            <a:endParaRPr lang="en-US"/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E0BA1E-C717-4480-C378-0EC5B037B171}"/>
              </a:ext>
            </a:extLst>
          </p:cNvPr>
          <p:cNvSpPr txBox="1"/>
          <p:nvPr/>
        </p:nvSpPr>
        <p:spPr>
          <a:xfrm>
            <a:off x="237113" y="5899408"/>
            <a:ext cx="61531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openreview.net</a:t>
            </a:r>
            <a:r>
              <a:rPr lang="en-US" dirty="0"/>
              <a:t>/</a:t>
            </a:r>
            <a:r>
              <a:rPr lang="en-US" dirty="0" err="1"/>
              <a:t>pdf?id</a:t>
            </a:r>
            <a:r>
              <a:rPr lang="en-US" dirty="0"/>
              <a:t>=Q42f0dfjECO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57C8A86-039E-4B82-A435-661FDC9656D5}"/>
                  </a:ext>
                </a:extLst>
              </p14:cNvPr>
              <p14:cNvContentPartPr/>
              <p14:nvPr/>
            </p14:nvContentPartPr>
            <p14:xfrm>
              <a:off x="1679040" y="3557520"/>
              <a:ext cx="7352280" cy="1726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57C8A86-039E-4B82-A435-661FDC9656D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669680" y="3548160"/>
                <a:ext cx="7371000" cy="1744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452146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DA23778-8743-0FC9-E871-B8FC17A61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EFD15C1-46E0-23FC-4BA5-5A47DE572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997" y="121234"/>
            <a:ext cx="11363579" cy="971677"/>
          </a:xfrm>
        </p:spPr>
        <p:txBody>
          <a:bodyPr/>
          <a:lstStyle/>
          <a:p>
            <a:r>
              <a:rPr lang="en-US" dirty="0"/>
              <a:t>Making it practical: Ghost clipping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6FC369B-3D9B-6802-A5AD-49DFD6DC7F8C}"/>
              </a:ext>
            </a:extLst>
          </p:cNvPr>
          <p:cNvSpPr/>
          <p:nvPr/>
        </p:nvSpPr>
        <p:spPr>
          <a:xfrm>
            <a:off x="6971572" y="3522187"/>
            <a:ext cx="256265" cy="9464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FA7996-4554-C8D1-E877-A0A0D2B6C34D}"/>
              </a:ext>
            </a:extLst>
          </p:cNvPr>
          <p:cNvSpPr/>
          <p:nvPr/>
        </p:nvSpPr>
        <p:spPr>
          <a:xfrm>
            <a:off x="6462363" y="3474865"/>
            <a:ext cx="256265" cy="9464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052D772-AF63-DFA8-3E7E-F7C7B2A2AA46}"/>
                  </a:ext>
                </a:extLst>
              </p:cNvPr>
              <p:cNvSpPr txBox="1"/>
              <p:nvPr/>
            </p:nvSpPr>
            <p:spPr>
              <a:xfrm>
                <a:off x="106441" y="1291286"/>
                <a:ext cx="11960969" cy="4093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IN" sz="2000"/>
                  <a:t>Naïve DP-SGD clips each example's weight gradient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00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sz="2000"/>
                  <a:t>), requiring one full |W|-sized gradient matrix per example, leading to significant memory overhead. </a:t>
                </a:r>
              </a:p>
              <a:p>
                <a:pPr marL="342900" indent="-3429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endParaRPr lang="en-US" sz="2000"/>
              </a:p>
              <a:p>
                <a:pPr marL="342900" indent="-3429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2000"/>
                  <a:t>Recall, for clipping, we only need the per-example gradient norm, not the gradient itself.</a:t>
                </a:r>
              </a:p>
              <a:p>
                <a:pPr marL="342900" indent="-3429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endParaRPr lang="en-US" sz="2000"/>
              </a:p>
              <a:p>
                <a:pPr>
                  <a:buClr>
                    <a:schemeClr val="tx1"/>
                  </a:buClr>
                </a:pPr>
                <a:endParaRPr lang="en-US" sz="2000"/>
              </a:p>
              <a:p>
                <a:pPr marL="342900" indent="-3429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endParaRPr lang="en-US" sz="2000"/>
              </a:p>
              <a:p>
                <a:pPr marL="342900" indent="-3429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2000"/>
                  <a:t>For a linear layer                                      where a</a:t>
                </a:r>
                <a:r>
                  <a:rPr lang="en-US" sz="2000" baseline="-25000"/>
                  <a:t>i</a:t>
                </a:r>
                <a:r>
                  <a:rPr lang="en-US" sz="2000"/>
                  <a:t> = layer input, </a:t>
                </a:r>
                <a:r>
                  <a:rPr lang="en-US" sz="2000" err="1"/>
                  <a:t>g</a:t>
                </a:r>
                <a:r>
                  <a:rPr lang="en-US" sz="2000" baseline="-25000" err="1"/>
                  <a:t>i</a:t>
                </a:r>
                <a:r>
                  <a:rPr lang="en-US" sz="2000"/>
                  <a:t> = gradient </a:t>
                </a:r>
                <a:r>
                  <a:rPr lang="en-US" sz="2000" err="1"/>
                  <a:t>w.r.t</a:t>
                </a:r>
                <a:r>
                  <a:rPr lang="en-US" sz="2000"/>
                  <a:t> layer output</a:t>
                </a:r>
              </a:p>
              <a:p>
                <a:pPr marL="342900" indent="-3429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endParaRPr lang="en-US" sz="2000"/>
              </a:p>
              <a:p>
                <a:pPr marL="342900" indent="-3429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endParaRPr lang="en-US" sz="2000"/>
              </a:p>
              <a:p>
                <a:pPr marL="342900" indent="-3429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endParaRPr lang="en-US" sz="2000"/>
              </a:p>
              <a:p>
                <a:pPr marL="342900" indent="-3429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endParaRPr lang="en-US" sz="2000"/>
              </a:p>
              <a:p>
                <a:pPr marL="342900" indent="-3429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2000"/>
                  <a:t>Then one backward pass on the re-weighted loss </a:t>
                </a:r>
                <a:r>
                  <a:rPr lang="en-IN" err="1"/>
                  <a:t>ΣᵢcᵢL</a:t>
                </a:r>
                <a:r>
                  <a:rPr lang="en-IN"/>
                  <a:t>ᵢ produces the summed, clipped gradient directly</a:t>
                </a:r>
                <a:endParaRPr lang="en-US" sz="200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052D772-AF63-DFA8-3E7E-F7C7B2A2A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41" y="1291286"/>
                <a:ext cx="11960969" cy="4093428"/>
              </a:xfrm>
              <a:prstGeom prst="rect">
                <a:avLst/>
              </a:prstGeom>
              <a:blipFill>
                <a:blip r:embed="rId3"/>
                <a:stretch>
                  <a:fillRect l="-458" t="-894" b="-17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DD9E3729-4CA3-2FDC-FAF4-196AFCD0F5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4782" y="2692235"/>
            <a:ext cx="4650628" cy="4273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CCB3CE2-1887-A302-AFB2-400C229717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3299" y="3350662"/>
            <a:ext cx="1768093" cy="5123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CCAD8C0-874B-8339-D4A8-D4A9C22EA7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51392" y="4078915"/>
            <a:ext cx="4605287" cy="53882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809E988-7272-45AD-D414-DE0C9CFF798A}"/>
              </a:ext>
            </a:extLst>
          </p:cNvPr>
          <p:cNvSpPr txBox="1"/>
          <p:nvPr/>
        </p:nvSpPr>
        <p:spPr>
          <a:xfrm>
            <a:off x="416257" y="5848066"/>
            <a:ext cx="22119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https://</a:t>
            </a:r>
            <a:r>
              <a:rPr lang="en-US" sz="1200" err="1"/>
              <a:t>arxiv.org</a:t>
            </a:r>
            <a:r>
              <a:rPr lang="en-US" sz="1200"/>
              <a:t>/pdf/2110.05679</a:t>
            </a:r>
          </a:p>
        </p:txBody>
      </p:sp>
    </p:spTree>
    <p:extLst>
      <p:ext uri="{BB962C8B-B14F-4D97-AF65-F5344CB8AC3E}">
        <p14:creationId xmlns:p14="http://schemas.microsoft.com/office/powerpoint/2010/main" val="28556643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2248CD2-1397-B241-A610-1B5686D55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7F3F323-B978-703F-9C65-C43F63EF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997" y="121234"/>
            <a:ext cx="11363579" cy="971677"/>
          </a:xfrm>
        </p:spPr>
        <p:txBody>
          <a:bodyPr/>
          <a:lstStyle/>
          <a:p>
            <a:r>
              <a:rPr lang="en-US"/>
              <a:t>Hyperparameters for DP fine-tuning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F986D5-65F5-EE6F-A9AF-67B41CB8E5C1}"/>
              </a:ext>
            </a:extLst>
          </p:cNvPr>
          <p:cNvSpPr/>
          <p:nvPr/>
        </p:nvSpPr>
        <p:spPr>
          <a:xfrm>
            <a:off x="6971572" y="3522187"/>
            <a:ext cx="256265" cy="9464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E9A54A-5340-3F4C-B57C-33848614269E}"/>
              </a:ext>
            </a:extLst>
          </p:cNvPr>
          <p:cNvSpPr/>
          <p:nvPr/>
        </p:nvSpPr>
        <p:spPr>
          <a:xfrm>
            <a:off x="6462363" y="3474865"/>
            <a:ext cx="256265" cy="9464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9E762E-F1F3-42DC-86AE-9478A9AC99D0}"/>
              </a:ext>
            </a:extLst>
          </p:cNvPr>
          <p:cNvSpPr txBox="1"/>
          <p:nvPr/>
        </p:nvSpPr>
        <p:spPr>
          <a:xfrm>
            <a:off x="102997" y="1717648"/>
            <a:ext cx="677532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400"/>
              <a:t>DP fine-tuning is very sensitive to hyperparameters.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2400"/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400"/>
              <a:t>Usually, a large batch size and large learning rate are preferred, opposite of non-private tuning.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2400"/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400"/>
              <a:t>Aligning the downstream task with pre-training objective (e.g. framing a sentiment classification task as text-infilling) further improves performance.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A9E9C0B-AF4F-48FD-8A17-74383019B3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863"/>
          <a:stretch>
            <a:fillRect/>
          </a:stretch>
        </p:blipFill>
        <p:spPr>
          <a:xfrm>
            <a:off x="6800511" y="1607088"/>
            <a:ext cx="5266827" cy="3643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8760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C5DA6-91FC-9FFC-61F5-971781C1F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CB790-D816-75BD-EFEE-E389D62D20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7700" y="1214438"/>
            <a:ext cx="10851220" cy="2387600"/>
          </a:xfrm>
        </p:spPr>
        <p:txBody>
          <a:bodyPr/>
          <a:lstStyle/>
          <a:p>
            <a:r>
              <a:rPr lang="en-GB"/>
              <a:t>DP-based Text Sanitization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30EBA1-ECF0-93F3-A451-3935682F299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>
                <a:ea typeface="+mn-lt"/>
                <a:cs typeface="+mn-lt"/>
              </a:rPr>
              <a:t>Text Sanitization with Differential Privacy</a:t>
            </a:r>
            <a:endParaRPr lang="en-US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4192336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C8AFC-E6E9-D36D-B1AE-3E30275D1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351" y="174622"/>
            <a:ext cx="11307763" cy="662781"/>
          </a:xfrm>
        </p:spPr>
        <p:txBody>
          <a:bodyPr wrap="square" anchor="b">
            <a:normAutofit/>
          </a:bodyPr>
          <a:lstStyle/>
          <a:p>
            <a:r>
              <a:rPr lang="en-US"/>
              <a:t>What and why?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194A1-DB62-33FF-69CA-9FFE74AE37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1671" y="1209368"/>
            <a:ext cx="7906084" cy="1778808"/>
          </a:xfrm>
        </p:spPr>
        <p:txBody>
          <a:bodyPr wrap="square" anchor="t">
            <a:normAutofit/>
          </a:bodyPr>
          <a:lstStyle/>
          <a:p>
            <a:pPr marL="0" indent="0">
              <a:buNone/>
            </a:pPr>
            <a:r>
              <a:rPr lang="en-US" b="1"/>
              <a:t>What is it?</a:t>
            </a:r>
          </a:p>
          <a:p>
            <a:r>
              <a:rPr lang="en-US"/>
              <a:t>A local-DP method that re-writes text by replacing sensitive words with non-sensitive ones.</a:t>
            </a:r>
          </a:p>
          <a:p>
            <a:r>
              <a:rPr lang="en-US"/>
              <a:t>Runs on the user side, the model sees only the sanitized text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8FAE91-7B6A-D872-0559-7D4E4BAE79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7755" y="629264"/>
            <a:ext cx="3677625" cy="5019368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18D87B4-2D79-B25B-3E9B-B02AFA34A47F}"/>
              </a:ext>
            </a:extLst>
          </p:cNvPr>
          <p:cNvSpPr txBox="1">
            <a:spLocks/>
          </p:cNvSpPr>
          <p:nvPr/>
        </p:nvSpPr>
        <p:spPr bwMode="auto">
          <a:xfrm>
            <a:off x="431671" y="3680138"/>
            <a:ext cx="7906084" cy="17788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Motivation</a:t>
            </a:r>
          </a:p>
          <a:p>
            <a:r>
              <a:rPr lang="en-US" dirty="0"/>
              <a:t>Training-time DP (DP-SGD) protects the model, not the text the user shares</a:t>
            </a:r>
          </a:p>
          <a:p>
            <a:r>
              <a:rPr lang="en-US" dirty="0"/>
              <a:t>We want a formal guarantee on the shared text itself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21FBBE5-4121-060F-BCDF-2D02935793A3}"/>
                  </a:ext>
                </a:extLst>
              </p14:cNvPr>
              <p14:cNvContentPartPr/>
              <p14:nvPr/>
            </p14:nvContentPartPr>
            <p14:xfrm>
              <a:off x="10284120" y="662400"/>
              <a:ext cx="1791720" cy="24624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21FBBE5-4121-060F-BCDF-2D02935793A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274760" y="653040"/>
                <a:ext cx="1810440" cy="2481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9336679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F6A60-2820-742B-C81A-B1F7D2070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61287-5955-E480-829C-4E005EA88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639" y="297873"/>
            <a:ext cx="11307763" cy="662781"/>
          </a:xfrm>
        </p:spPr>
        <p:txBody>
          <a:bodyPr wrap="square" anchor="b">
            <a:normAutofit/>
          </a:bodyPr>
          <a:lstStyle/>
          <a:p>
            <a:r>
              <a:rPr lang="en-US"/>
              <a:t>The standard mechanism for token substitution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8296F3-BD7C-34CF-8D57-9F21DD3DBA79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223639" y="1160600"/>
                <a:ext cx="11663561" cy="4069768"/>
              </a:xfrm>
            </p:spPr>
            <p:txBody>
              <a:bodyPr wrap="square" anchor="t">
                <a:normAutofit/>
              </a:bodyPr>
              <a:lstStyle/>
              <a:p>
                <a:r>
                  <a:rPr lang="en-US"/>
                  <a:t>Replace each sensitive token by sampling a similar token from a candidate list.</a:t>
                </a:r>
              </a:p>
              <a:p>
                <a:endParaRPr lang="en-US"/>
              </a:p>
              <a:p>
                <a:r>
                  <a:rPr lang="en-US"/>
                  <a:t>Sampling uses the exponential mechanism: </a:t>
                </a:r>
                <a:r>
                  <a:rPr lang="en-US" err="1"/>
                  <a:t>Pr</a:t>
                </a:r>
                <a:r>
                  <a:rPr lang="en-US"/>
                  <a:t> ∝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000" i="0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i="0" dirty="0" smtClean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  <m:r>
                                  <a:rPr lang="en-US" sz="2000" i="0" dirty="0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num>
                              <m:den>
                                <m:r>
                                  <a:rPr lang="en-US" sz="2000" i="0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 i="0" dirty="0" smtClean="0"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US"/>
                  <a:t> where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/>
                  <a:t> indicates the similarity of the original (x) and replacement token (y)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:=</m:t>
                    </m:r>
                    <m:func>
                      <m:func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0" dirty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i="0" dirty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i="0" dirty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i="0" dirty="0">
                                <a:latin typeface="Cambria Math" panose="02040503050406030204" pitchFamily="18" charset="0"/>
                              </a:rPr>
                              <m:t>𝒴</m:t>
                            </m:r>
                          </m:lim>
                        </m:limLow>
                      </m:fName>
                      <m:e>
                        <m:func>
                          <m:func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i="0" dirty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i="0" dirty="0"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0" dirty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0" dirty="0">
                                    <a:latin typeface="Cambria Math" panose="02040503050406030204" pitchFamily="18" charset="0"/>
                                  </a:rPr>
                                  <m:t>′∈</m:t>
                                </m:r>
                                <m:r>
                                  <a:rPr lang="en-US" i="0" dirty="0">
                                    <a:latin typeface="Cambria Math" panose="02040503050406030204" pitchFamily="18" charset="0"/>
                                  </a:rPr>
                                  <m:t>𝒳</m:t>
                                </m:r>
                              </m:lim>
                            </m:limLow>
                          </m:fName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d>
                                  <m:d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i="0" dirty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  <m:r>
                                  <a:rPr lang="en-US" i="0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d>
                                  <m:d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i="0" dirty="0">
                                        <a:latin typeface="Cambria Math" panose="02040503050406030204" pitchFamily="18" charset="0"/>
                                      </a:rPr>
                                      <m:t>′,</m:t>
                                    </m:r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</m:e>
                            </m:d>
                          </m:e>
                        </m:func>
                      </m:e>
                    </m:func>
                  </m:oMath>
                </a14:m>
                <a:r>
                  <a:rPr lang="en-US"/>
                  <a:t> is the sensitivity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/>
                  <a:t>. </a:t>
                </a:r>
              </a:p>
              <a:p>
                <a:endParaRPr lang="en-US"/>
              </a:p>
              <a:p>
                <a:r>
                  <a:rPr lang="en-US"/>
                  <a:t>Two design questions every method must answer:</a:t>
                </a:r>
                <a:endParaRPr lang="en-US">
                  <a:solidFill>
                    <a:srgbClr val="00B0F0"/>
                  </a:solidFill>
                </a:endParaRPr>
              </a:p>
              <a:p>
                <a:pPr lvl="1">
                  <a:buClr>
                    <a:schemeClr val="tx1"/>
                  </a:buClr>
                </a:pPr>
                <a:r>
                  <a:rPr lang="en-US" sz="2400">
                    <a:solidFill>
                      <a:srgbClr val="00B0F0"/>
                    </a:solidFill>
                  </a:rPr>
                  <a:t>Which token should be labelled sensitive?</a:t>
                </a:r>
              </a:p>
              <a:p>
                <a:pPr lvl="1">
                  <a:buClr>
                    <a:schemeClr val="tx1"/>
                  </a:buClr>
                </a:pPr>
                <a:r>
                  <a:rPr lang="en-US" sz="2400">
                    <a:solidFill>
                      <a:srgbClr val="00B0F0"/>
                    </a:solidFill>
                  </a:rPr>
                  <a:t>What candidate list do we sample from?</a:t>
                </a:r>
              </a:p>
              <a:p>
                <a:pPr lvl="1">
                  <a:buClr>
                    <a:schemeClr val="tx1"/>
                  </a:buClr>
                </a:pPr>
                <a:endParaRPr lang="en-US" sz="2400">
                  <a:solidFill>
                    <a:srgbClr val="00B0F0"/>
                  </a:solidFill>
                </a:endParaRPr>
              </a:p>
              <a:p>
                <a:pPr lvl="1"/>
                <a:endParaRPr lang="en-US" sz="1800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8296F3-BD7C-34CF-8D57-9F21DD3DBA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223639" y="1160600"/>
                <a:ext cx="11663561" cy="4069768"/>
              </a:xfrm>
              <a:blipFill>
                <a:blip r:embed="rId3"/>
                <a:stretch>
                  <a:fillRect l="-732" t="-20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DF9D3700-ECF5-40BF-EB6F-C08CEAC5D0C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111"/>
          <a:stretch>
            <a:fillRect/>
          </a:stretch>
        </p:blipFill>
        <p:spPr>
          <a:xfrm>
            <a:off x="6742176" y="3429000"/>
            <a:ext cx="5526024" cy="27094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375EC03-1564-DF16-046A-02B95C2EA533}"/>
              </a:ext>
            </a:extLst>
          </p:cNvPr>
          <p:cNvSpPr txBox="1"/>
          <p:nvPr/>
        </p:nvSpPr>
        <p:spPr>
          <a:xfrm>
            <a:off x="8826285" y="5999984"/>
            <a:ext cx="16893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hlinkClick r:id="rId5"/>
              </a:rPr>
              <a:t>Figure Source: </a:t>
            </a:r>
            <a:r>
              <a:rPr lang="en-US" sz="1200" err="1">
                <a:hlinkClick r:id="rId5"/>
              </a:rPr>
              <a:t>CusText</a:t>
            </a:r>
            <a:endParaRPr lang="en-US" sz="120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6A6F53C-C3C5-2297-CE5D-7C5FA4256600}"/>
                  </a:ext>
                </a:extLst>
              </p14:cNvPr>
              <p14:cNvContentPartPr/>
              <p14:nvPr/>
            </p14:nvContentPartPr>
            <p14:xfrm>
              <a:off x="4217400" y="1923480"/>
              <a:ext cx="6770160" cy="16405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6A6F53C-C3C5-2297-CE5D-7C5FA425660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208040" y="1914120"/>
                <a:ext cx="6788880" cy="1659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4535438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5F537-0E0A-EA94-70DC-DD7631F16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926" y="304800"/>
            <a:ext cx="11307762" cy="700404"/>
          </a:xfrm>
        </p:spPr>
        <p:txBody>
          <a:bodyPr/>
          <a:lstStyle/>
          <a:p>
            <a:r>
              <a:rPr lang="en-US" err="1"/>
              <a:t>CusText</a:t>
            </a:r>
            <a:r>
              <a:rPr lang="en-US"/>
              <a:t>: Candidate list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5C5E4E-62B1-AA8A-C3CD-20395475F225}"/>
              </a:ext>
            </a:extLst>
          </p:cNvPr>
          <p:cNvSpPr txBox="1"/>
          <p:nvPr/>
        </p:nvSpPr>
        <p:spPr>
          <a:xfrm>
            <a:off x="209677" y="1225296"/>
            <a:ext cx="5453703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/>
              <a:t>Idea</a:t>
            </a:r>
          </a:p>
          <a:p>
            <a:endParaRPr lang="en-US" sz="2000" b="1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For each sensitive word, fix a list of its K nearest words using semantic distance (K </a:t>
            </a:r>
            <a:r>
              <a:rPr lang="en-IN" sz="2000"/>
              <a:t>≈ 20)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/>
              <a:t>Sample the replacement only from that list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/>
          </a:p>
          <a:p>
            <a:endParaRPr lang="en-IN" sz="2000" b="1"/>
          </a:p>
          <a:p>
            <a:r>
              <a:rPr lang="en-IN" sz="2000" b="1"/>
              <a:t>Why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/>
              <a:t>Keeps the replacement semantically close, so utility stays high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/>
              <a:t>Works with any similarity measure, not only metric distances.</a:t>
            </a:r>
          </a:p>
          <a:p>
            <a:endParaRPr lang="en-US"/>
          </a:p>
          <a:p>
            <a:endParaRPr lang="en-US" sz="2000"/>
          </a:p>
          <a:p>
            <a:endParaRPr lang="en-US" sz="20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4036C9-2339-620A-B7CB-2ADC8FE256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9592" y="2042999"/>
            <a:ext cx="5977128" cy="277200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3A9C98C-E054-8831-72C0-241EFA896127}"/>
                  </a:ext>
                </a:extLst>
              </p14:cNvPr>
              <p14:cNvContentPartPr/>
              <p14:nvPr/>
            </p14:nvContentPartPr>
            <p14:xfrm>
              <a:off x="1665360" y="2165760"/>
              <a:ext cx="3786120" cy="3823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3A9C98C-E054-8831-72C0-241EFA89612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56000" y="2156400"/>
                <a:ext cx="3804840" cy="401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322057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C55D5-355D-3F55-FF14-502119494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2904C-13C3-3C96-AE37-E7148A98B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926" y="304800"/>
            <a:ext cx="11307762" cy="700404"/>
          </a:xfrm>
        </p:spPr>
        <p:txBody>
          <a:bodyPr/>
          <a:lstStyle/>
          <a:p>
            <a:r>
              <a:rPr lang="en-US" err="1"/>
              <a:t>CusText</a:t>
            </a:r>
            <a:r>
              <a:rPr lang="en-US"/>
              <a:t>+: Which words are sensitive?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415E73-1A9B-3A7E-01E9-6C391A268B11}"/>
              </a:ext>
            </a:extLst>
          </p:cNvPr>
          <p:cNvSpPr txBox="1"/>
          <p:nvPr/>
        </p:nvSpPr>
        <p:spPr>
          <a:xfrm>
            <a:off x="433953" y="2038328"/>
            <a:ext cx="1116273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err="1"/>
              <a:t>CusText</a:t>
            </a:r>
            <a:r>
              <a:rPr lang="en-US" sz="2000"/>
              <a:t> (base method) treats every token as sensitive and perturbs all of them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err="1"/>
              <a:t>CusText</a:t>
            </a:r>
            <a:r>
              <a:rPr lang="en-US" sz="2000"/>
              <a:t>+ uses a simple rule: skip a fixed </a:t>
            </a:r>
            <a:r>
              <a:rPr lang="en-US" sz="2000" err="1"/>
              <a:t>stopword</a:t>
            </a:r>
            <a:r>
              <a:rPr lang="en-US" sz="2000"/>
              <a:t> list (e.g. from NLTK), every other word is considered sensitive.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/>
              <a:t>Consequence: </a:t>
            </a:r>
            <a:r>
              <a:rPr lang="en-US" sz="2000"/>
              <a:t>a highly revealing word (e.g. cancer) gets no more protection than an ordinary one.</a:t>
            </a:r>
            <a:endParaRPr lang="en-US" sz="2000" b="1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D70C76E-D52C-A9BC-EEF7-DA887A2CC941}"/>
                  </a:ext>
                </a:extLst>
              </p14:cNvPr>
              <p14:cNvContentPartPr/>
              <p14:nvPr/>
            </p14:nvContentPartPr>
            <p14:xfrm>
              <a:off x="870120" y="2356200"/>
              <a:ext cx="947880" cy="6894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D70C76E-D52C-A9BC-EEF7-DA887A2CC94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60760" y="2346840"/>
                <a:ext cx="966600" cy="708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3000755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51AC4-8968-90A8-FFFD-28812BDF9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2A3A3-2434-F706-3A90-EA558FB3E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926" y="304800"/>
            <a:ext cx="11307762" cy="700404"/>
          </a:xfrm>
        </p:spPr>
        <p:txBody>
          <a:bodyPr/>
          <a:lstStyle/>
          <a:p>
            <a:r>
              <a:rPr lang="en-US" err="1"/>
              <a:t>CusText</a:t>
            </a:r>
            <a:r>
              <a:rPr lang="en-US"/>
              <a:t>+: Results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770C0A-AC81-2D4B-00B7-DFA5840229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507" y="2277745"/>
            <a:ext cx="10626223" cy="181233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B6B61D5-87FB-5529-C98E-1E80196FA136}"/>
              </a:ext>
            </a:extLst>
          </p:cNvPr>
          <p:cNvSpPr txBox="1"/>
          <p:nvPr/>
        </p:nvSpPr>
        <p:spPr>
          <a:xfrm>
            <a:off x="3413278" y="4556527"/>
            <a:ext cx="601356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00B0F0"/>
                </a:solidFill>
              </a:rPr>
              <a:t>Privacy: </a:t>
            </a:r>
            <a:r>
              <a:rPr lang="en-US"/>
              <a:t>Number of queries needed to recover mentioned token</a:t>
            </a:r>
          </a:p>
          <a:p>
            <a:endParaRPr lang="en-US"/>
          </a:p>
          <a:p>
            <a:r>
              <a:rPr lang="en-US">
                <a:solidFill>
                  <a:srgbClr val="00B0F0"/>
                </a:solidFill>
              </a:rPr>
              <a:t>Utility: </a:t>
            </a:r>
            <a:r>
              <a:rPr lang="en-US"/>
              <a:t>Accuracy on SST-2 (sentiment analysis task)</a:t>
            </a:r>
          </a:p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519898-46D0-7C66-A711-18B790699795}"/>
              </a:ext>
            </a:extLst>
          </p:cNvPr>
          <p:cNvSpPr txBox="1"/>
          <p:nvPr/>
        </p:nvSpPr>
        <p:spPr>
          <a:xfrm>
            <a:off x="171205" y="1318309"/>
            <a:ext cx="114254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Privacy is measured using query attack: Repeatedly querying sanitized document until original token is recovered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6454817-5F30-7F0D-8914-0BAA787473D0}"/>
                  </a:ext>
                </a:extLst>
              </p14:cNvPr>
              <p14:cNvContentPartPr/>
              <p14:nvPr/>
            </p14:nvContentPartPr>
            <p14:xfrm>
              <a:off x="756360" y="1744560"/>
              <a:ext cx="7857360" cy="20836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6454817-5F30-7F0D-8914-0BAA787473D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47000" y="1735200"/>
                <a:ext cx="7876080" cy="2102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5703636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71442-A201-63E8-8F03-7A3F22D60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31796-9D92-46A8-6542-40E3756C6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926" y="304800"/>
            <a:ext cx="11307762" cy="700404"/>
          </a:xfrm>
        </p:spPr>
        <p:txBody>
          <a:bodyPr/>
          <a:lstStyle/>
          <a:p>
            <a:r>
              <a:rPr lang="en-US" err="1"/>
              <a:t>CusText</a:t>
            </a:r>
            <a:r>
              <a:rPr lang="en-US"/>
              <a:t>: Drawbacks and towards adaptive protection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F871C3-7033-FB22-C6AC-C8D8FBE7901E}"/>
              </a:ext>
            </a:extLst>
          </p:cNvPr>
          <p:cNvSpPr txBox="1"/>
          <p:nvPr/>
        </p:nvSpPr>
        <p:spPr>
          <a:xfrm>
            <a:off x="171205" y="1197863"/>
            <a:ext cx="25086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/>
              <a:t>Drawbacks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5FDCAE-F0DC-089B-7311-0623295A36C0}"/>
              </a:ext>
            </a:extLst>
          </p:cNvPr>
          <p:cNvSpPr txBox="1"/>
          <p:nvPr/>
        </p:nvSpPr>
        <p:spPr>
          <a:xfrm>
            <a:off x="171205" y="1846450"/>
            <a:ext cx="1160345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0B0F0"/>
                </a:solidFill>
              </a:rPr>
              <a:t>Simplistic sensitivity rule: </a:t>
            </a:r>
            <a:r>
              <a:rPr lang="en-US" sz="2400"/>
              <a:t>Treats every non-</a:t>
            </a:r>
            <a:r>
              <a:rPr lang="en-US" sz="2400" err="1"/>
              <a:t>stopword</a:t>
            </a:r>
            <a:r>
              <a:rPr lang="en-US" sz="2400"/>
              <a:t> as sensitive, without actually considering privacy risk  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2400"/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0B0F0"/>
                </a:solidFill>
              </a:rPr>
              <a:t>Static candidate list: </a:t>
            </a:r>
            <a:r>
              <a:rPr lang="en-US" sz="2400"/>
              <a:t>Uses the same replacement candidates for a sensitive token in every run, making the mechanism more predictable and easier to attack.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2400"/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0B0F0"/>
                </a:solidFill>
              </a:rPr>
              <a:t>Uniform candidate list size: </a:t>
            </a:r>
            <a:r>
              <a:rPr lang="en-US" sz="2400"/>
              <a:t>Assigns the same number of replacement candidates to every word, regardless of sensitivity.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E75CE9-B679-5A14-FBCE-15461AA26DA0}"/>
              </a:ext>
            </a:extLst>
          </p:cNvPr>
          <p:cNvSpPr txBox="1"/>
          <p:nvPr/>
        </p:nvSpPr>
        <p:spPr>
          <a:xfrm>
            <a:off x="1900236" y="5090750"/>
            <a:ext cx="8391528" cy="830997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2400"/>
              <a:t>Can the candidate list be adapted to each word's actual sensitivity </a:t>
            </a:r>
          </a:p>
          <a:p>
            <a:pPr algn="ctr"/>
            <a:r>
              <a:rPr lang="en-US" sz="2400"/>
              <a:t>instead of using a fixed, uniform size?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2301FA1-12E3-5400-9C77-A0A2A24F9711}"/>
                  </a:ext>
                </a:extLst>
              </p14:cNvPr>
              <p14:cNvContentPartPr/>
              <p14:nvPr/>
            </p14:nvContentPartPr>
            <p14:xfrm>
              <a:off x="5095080" y="2328120"/>
              <a:ext cx="2826720" cy="680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2301FA1-12E3-5400-9C77-A0A2A24F971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85720" y="2318760"/>
                <a:ext cx="2845440" cy="86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0202568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5F272-9EC7-364A-3D47-35E4B8A32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08DCC-1B6D-837B-EC85-082E3148B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926" y="304800"/>
            <a:ext cx="11307762" cy="700404"/>
          </a:xfrm>
        </p:spPr>
        <p:txBody>
          <a:bodyPr/>
          <a:lstStyle/>
          <a:p>
            <a:r>
              <a:rPr lang="en-US" err="1"/>
              <a:t>DynText</a:t>
            </a:r>
            <a:r>
              <a:rPr lang="en-US"/>
              <a:t>: </a:t>
            </a:r>
            <a:r>
              <a:rPr lang="en-US" err="1"/>
              <a:t>Intution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22C3F2-904B-07F9-A904-5AC23461BFDA}"/>
              </a:ext>
            </a:extLst>
          </p:cNvPr>
          <p:cNvSpPr txBox="1"/>
          <p:nvPr/>
        </p:nvSpPr>
        <p:spPr>
          <a:xfrm>
            <a:off x="288926" y="2159291"/>
            <a:ext cx="1063510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Decide each word’s sensitivity from its </a:t>
            </a:r>
            <a:r>
              <a:rPr lang="en-US" sz="2400">
                <a:solidFill>
                  <a:srgbClr val="00B0F0"/>
                </a:solidFill>
              </a:rPr>
              <a:t>semantic density </a:t>
            </a:r>
            <a:r>
              <a:rPr lang="en-US" sz="2400"/>
              <a:t>in the embedding space.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>
              <a:solidFill>
                <a:srgbClr val="00B0F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Rare words (few close neighbors)  are more sensitive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Frequent words (many neighbors) are less sensitive </a:t>
            </a:r>
          </a:p>
        </p:txBody>
      </p:sp>
    </p:spTree>
    <p:extLst>
      <p:ext uri="{BB962C8B-B14F-4D97-AF65-F5344CB8AC3E}">
        <p14:creationId xmlns:p14="http://schemas.microsoft.com/office/powerpoint/2010/main" val="115138646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FC5CD-7A43-60A9-235F-B0269AED9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11E2D-34D2-0941-F122-72A1AFAD5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926" y="180513"/>
            <a:ext cx="11307762" cy="700404"/>
          </a:xfrm>
        </p:spPr>
        <p:txBody>
          <a:bodyPr/>
          <a:lstStyle/>
          <a:p>
            <a:r>
              <a:rPr lang="en-US" err="1"/>
              <a:t>DynText</a:t>
            </a:r>
            <a:r>
              <a:rPr lang="en-US"/>
              <a:t>: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132F7A4-681C-7F7D-C1B1-63A31E20878B}"/>
                  </a:ext>
                </a:extLst>
              </p:cNvPr>
              <p:cNvSpPr txBox="1"/>
              <p:nvPr/>
            </p:nvSpPr>
            <p:spPr>
              <a:xfrm>
                <a:off x="320205" y="880917"/>
                <a:ext cx="11494642" cy="56614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Estimate each word’s density under DP using Gaussian mechanism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Let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400" i="0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ˆ"/>
                                <m:ctrlP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acc>
                            <m:r>
                              <a:rPr lang="en-US" sz="2400" i="0" dirty="0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sSub>
                              <m:sSubPr>
                                <m:ctrlP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2400" i="0" dirty="0" smtClean="0">
                                <a:latin typeface="Cambria Math" panose="02040503050406030204" pitchFamily="18" charset="0"/>
                              </a:rPr>
                              <m:t>∣</m:t>
                            </m:r>
                            <m:r>
                              <m:rPr>
                                <m:sty m:val="p"/>
                              </m:rPr>
                              <a:rPr lang="en-US" sz="2400" i="0" dirty="0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  <m:d>
                              <m:dPr>
                                <m:ctrlP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2400" i="0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acc>
                                  <m:accPr>
                                    <m:chr m:val="ˆ"/>
                                    <m:ctrlPr>
                                      <a:rPr lang="en-US" sz="2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i="1" dirty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acc>
                              </m:e>
                            </m:d>
                            <m:r>
                              <a:rPr lang="en-US" sz="2400" i="0" dirty="0" smtClean="0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400" dirty="0"/>
                  <a:t> be the true density of token </a:t>
                </a:r>
                <a:r>
                  <a:rPr lang="en-US" sz="2400" i="1" dirty="0"/>
                  <a:t>t </a:t>
                </a:r>
                <a:r>
                  <a:rPr lang="en-US" sz="2400" dirty="0"/>
                  <a:t>in embedding space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400" i="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400" i="0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0" dirty="0">
                        <a:latin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sz="2400" i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0" dirty="0">
                            <a:latin typeface="Cambria Math" panose="02040503050406030204" pitchFamily="18" charset="0"/>
                          </a:rPr>
                          <m:t>0,</m:t>
                        </m:r>
                        <m:sSubSup>
                          <m:sSubSup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  <m:sup>
                            <m:r>
                              <a:rPr lang="en-US" sz="2400" i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sz="2400" i="1" dirty="0"/>
                  <a:t> </a:t>
                </a:r>
                <a:r>
                  <a:rPr lang="en-US" sz="2400" dirty="0"/>
                  <a:t>noisy density after adding Gaussian noise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i="1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ˆ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acc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i="1" dirty="0"/>
                  <a:t> </a:t>
                </a:r>
                <a:r>
                  <a:rPr lang="en-US" sz="2400" dirty="0"/>
                  <a:t> is the normalized density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i="1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Candidate list size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err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400" i="1" dirty="0" err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0" dirty="0" err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i="0" dirty="0" err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i="0" dirty="0" err="1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en-US" sz="2400" i="0" dirty="0" err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0" dirty="0" err="1">
                                <a:latin typeface="Cambria Math" panose="02040503050406030204" pitchFamily="18" charset="0"/>
                              </a:rPr>
                              <m:t>1,</m:t>
                            </m:r>
                            <m:d>
                              <m:dPr>
                                <m:begChr m:val="⌊"/>
                                <m:endChr m:val="⌋"/>
                                <m:ctrlPr>
                                  <a:rPr lang="en-US" sz="2400" i="1" dirty="0" err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ctrlPr>
                                      <a:rPr lang="en-US" sz="2400" i="0" dirty="0" err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0" dirty="0" err="1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acc>
                                      <m:accPr>
                                        <m:chr m:val="ˆ"/>
                                        <m:ctrlPr>
                                          <a:rPr lang="en-US" sz="2400" i="1" dirty="0" err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400" i="1" dirty="0" err="1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</m:acc>
                                    <m:d>
                                      <m:dPr>
                                        <m:ctrlPr>
                                          <a:rPr lang="en-US" sz="2400" i="1" dirty="0" err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400" i="1" dirty="0" err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n-US" sz="2400" i="1" dirty="0" err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r>
                  <a:rPr lang="en-US" sz="2400" dirty="0"/>
                  <a:t>, where K is the maximum list size</a:t>
                </a:r>
                <a:endParaRPr lang="en-US" sz="200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Low density -&gt; larger replacement list (more noise, more privacy)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High density -&gt; smaller replacement list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Sample replacement from the list using exponential mechanism (discussed in </a:t>
                </a:r>
                <a:r>
                  <a:rPr lang="en-US" sz="2400" dirty="0" err="1"/>
                  <a:t>CusText</a:t>
                </a:r>
                <a:r>
                  <a:rPr lang="en-US" sz="2400" dirty="0"/>
                  <a:t>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132F7A4-681C-7F7D-C1B1-63A31E2087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205" y="880917"/>
                <a:ext cx="11494642" cy="5661486"/>
              </a:xfrm>
              <a:prstGeom prst="rect">
                <a:avLst/>
              </a:prstGeom>
              <a:blipFill>
                <a:blip r:embed="rId3"/>
                <a:stretch>
                  <a:fillRect l="-773" t="-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37D301F-DE35-DA4E-F12E-19016968EF77}"/>
                  </a:ext>
                </a:extLst>
              </p14:cNvPr>
              <p14:cNvContentPartPr/>
              <p14:nvPr/>
            </p14:nvContentPartPr>
            <p14:xfrm>
              <a:off x="1592280" y="1671840"/>
              <a:ext cx="3354840" cy="24588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37D301F-DE35-DA4E-F12E-19016968EF7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82920" y="1662480"/>
                <a:ext cx="3373560" cy="2477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1966462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6EBE791-BB01-5029-8097-CF5353766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68F3C-650A-83F3-05B2-F1447D465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926" y="304800"/>
            <a:ext cx="11307762" cy="700404"/>
          </a:xfrm>
        </p:spPr>
        <p:txBody>
          <a:bodyPr/>
          <a:lstStyle/>
          <a:p>
            <a:r>
              <a:rPr lang="en-US" err="1"/>
              <a:t>DynText</a:t>
            </a:r>
            <a:r>
              <a:rPr lang="en-US"/>
              <a:t>: Results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1416A5-2F8E-14F4-5556-7C84E8D1F740}"/>
              </a:ext>
            </a:extLst>
          </p:cNvPr>
          <p:cNvSpPr txBox="1"/>
          <p:nvPr/>
        </p:nvSpPr>
        <p:spPr>
          <a:xfrm>
            <a:off x="215774" y="1237488"/>
            <a:ext cx="11494642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Privacy</a:t>
            </a:r>
          </a:p>
          <a:p>
            <a:endParaRPr lang="en-US" sz="2000" b="1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Input inference attack: the adversary uses a pre-trained BERT model to recover the original private text from the sanitized text by masking and predicting each token</a:t>
            </a:r>
          </a:p>
          <a:p>
            <a:endParaRPr lang="en-US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Input inference attack success rate near 0, stable as </a:t>
            </a:r>
            <a:r>
              <a:rPr lang="en-US" sz="2000" err="1"/>
              <a:t>ε</a:t>
            </a:r>
            <a:r>
              <a:rPr lang="en-US" sz="2000"/>
              <a:t> grows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10CDB4-0B9D-66EE-09EF-F532E1F14F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273" y="3429000"/>
            <a:ext cx="10411144" cy="172214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F66A074-12A6-0F49-64BC-1FC843202B52}"/>
              </a:ext>
            </a:extLst>
          </p:cNvPr>
          <p:cNvSpPr txBox="1"/>
          <p:nvPr/>
        </p:nvSpPr>
        <p:spPr>
          <a:xfrm>
            <a:off x="2288454" y="5350324"/>
            <a:ext cx="8398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Attack success rate on input inference attack</a:t>
            </a:r>
          </a:p>
        </p:txBody>
      </p:sp>
    </p:spTree>
    <p:extLst>
      <p:ext uri="{BB962C8B-B14F-4D97-AF65-F5344CB8AC3E}">
        <p14:creationId xmlns:p14="http://schemas.microsoft.com/office/powerpoint/2010/main" val="303939930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67F65FC-6FF8-E7A1-651C-6895FF756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E55DB-E743-C0EA-B761-BDB628A2A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926" y="304800"/>
            <a:ext cx="11307762" cy="700404"/>
          </a:xfrm>
        </p:spPr>
        <p:txBody>
          <a:bodyPr/>
          <a:lstStyle/>
          <a:p>
            <a:r>
              <a:rPr lang="en-US" err="1"/>
              <a:t>DynText</a:t>
            </a:r>
            <a:r>
              <a:rPr lang="en-US"/>
              <a:t>: Results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9950EA-93C8-EFA4-987C-C443BA316650}"/>
              </a:ext>
            </a:extLst>
          </p:cNvPr>
          <p:cNvSpPr txBox="1"/>
          <p:nvPr/>
        </p:nvSpPr>
        <p:spPr>
          <a:xfrm>
            <a:off x="215774" y="1237488"/>
            <a:ext cx="1149464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MAUVE: similarity between LM generated text and human authored target continuation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Coherence: cosine similarity between text and continuation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Close to non-private GPT-4 upper bound with respect to utility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Replacement stays closer to original word (less semantic loss)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E3906AC-EE00-68A6-C38D-F21E947622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355" r="4314"/>
          <a:stretch>
            <a:fillRect/>
          </a:stretch>
        </p:blipFill>
        <p:spPr>
          <a:xfrm>
            <a:off x="7341957" y="1792204"/>
            <a:ext cx="4785645" cy="241210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7093AD8-28A8-91FD-C22F-04F9CBB5D0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774" y="4204313"/>
            <a:ext cx="8156278" cy="1826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17983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28AF3-4DC6-F56D-B220-813CAA355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218" y="282298"/>
            <a:ext cx="11307763" cy="933811"/>
          </a:xfrm>
        </p:spPr>
        <p:txBody>
          <a:bodyPr/>
          <a:lstStyle/>
          <a:p>
            <a:r>
              <a:rPr lang="en-US"/>
              <a:t>Summary	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2B80571-B93D-0A16-1BF8-8113EA37ADB7}"/>
              </a:ext>
            </a:extLst>
          </p:cNvPr>
          <p:cNvGraphicFramePr>
            <a:graphicFrameLocks noGrp="1"/>
          </p:cNvGraphicFramePr>
          <p:nvPr/>
        </p:nvGraphicFramePr>
        <p:xfrm>
          <a:off x="1123406" y="1489166"/>
          <a:ext cx="10180320" cy="41552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5080">
                  <a:extLst>
                    <a:ext uri="{9D8B030D-6E8A-4147-A177-3AD203B41FA5}">
                      <a16:colId xmlns:a16="http://schemas.microsoft.com/office/drawing/2014/main" val="1491429805"/>
                    </a:ext>
                  </a:extLst>
                </a:gridCol>
                <a:gridCol w="2545080">
                  <a:extLst>
                    <a:ext uri="{9D8B030D-6E8A-4147-A177-3AD203B41FA5}">
                      <a16:colId xmlns:a16="http://schemas.microsoft.com/office/drawing/2014/main" val="1079199333"/>
                    </a:ext>
                  </a:extLst>
                </a:gridCol>
                <a:gridCol w="2545080">
                  <a:extLst>
                    <a:ext uri="{9D8B030D-6E8A-4147-A177-3AD203B41FA5}">
                      <a16:colId xmlns:a16="http://schemas.microsoft.com/office/drawing/2014/main" val="2114478573"/>
                    </a:ext>
                  </a:extLst>
                </a:gridCol>
                <a:gridCol w="2545080">
                  <a:extLst>
                    <a:ext uri="{9D8B030D-6E8A-4147-A177-3AD203B41FA5}">
                      <a16:colId xmlns:a16="http://schemas.microsoft.com/office/drawing/2014/main" val="296090647"/>
                    </a:ext>
                  </a:extLst>
                </a:gridCol>
              </a:tblGrid>
              <a:tr h="468483">
                <a:tc>
                  <a:txBody>
                    <a:bodyPr/>
                    <a:lstStyle/>
                    <a:p>
                      <a:r>
                        <a:rPr lang="en-US" dirty="0"/>
                        <a:t>Surface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DP mechanism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Guarantee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8257929"/>
                  </a:ext>
                </a:extLst>
              </a:tr>
              <a:tr h="1155162">
                <a:tc>
                  <a:txBody>
                    <a:bodyPr/>
                    <a:lstStyle/>
                    <a:p>
                      <a:r>
                        <a:rPr lang="en-US" dirty="0"/>
                        <a:t>Pre-training corpus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DP-SGD from scratch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detectable memorization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GPT-2 level utility; massive compute 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1287196"/>
                  </a:ext>
                </a:extLst>
              </a:tr>
              <a:tr h="808614">
                <a:tc>
                  <a:txBody>
                    <a:bodyPr/>
                    <a:lstStyle/>
                    <a:p>
                      <a:r>
                        <a:rPr lang="en-US" dirty="0"/>
                        <a:t>Private pre-training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DP continual pre-training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Near non-private accuracy </a:t>
                      </a:r>
                      <a:r>
                        <a:rPr lang="en-US" dirty="0" err="1"/>
                        <a:t>ε</a:t>
                      </a:r>
                      <a:r>
                        <a:rPr lang="en-US" dirty="0"/>
                        <a:t> =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Requires ~10% public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1314092"/>
                  </a:ext>
                </a:extLst>
              </a:tr>
              <a:tr h="808614">
                <a:tc>
                  <a:txBody>
                    <a:bodyPr/>
                    <a:lstStyle/>
                    <a:p>
                      <a:r>
                        <a:rPr lang="en-US" dirty="0"/>
                        <a:t>Downstream task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DP fine-tuning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Small drop at </a:t>
                      </a:r>
                      <a:r>
                        <a:rPr lang="en-US" dirty="0" err="1"/>
                        <a:t>ε</a:t>
                      </a:r>
                      <a:r>
                        <a:rPr lang="en-US" dirty="0"/>
                        <a:t> = 3-8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Pre-training corpus unprotected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645107"/>
                  </a:ext>
                </a:extLst>
              </a:tr>
              <a:tr h="808614">
                <a:tc>
                  <a:txBody>
                    <a:bodyPr/>
                    <a:lstStyle/>
                    <a:p>
                      <a:r>
                        <a:rPr lang="en-US" dirty="0"/>
                        <a:t>User’s prompt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Local-DP sanitization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ε</a:t>
                      </a:r>
                      <a:r>
                        <a:rPr lang="en-US" dirty="0"/>
                        <a:t>-LDP per token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Semantic drift, token level privacy not person-level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49691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898354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iitd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C21717"/>
      </a:accent1>
      <a:accent2>
        <a:srgbClr val="F1E3E3"/>
      </a:accent2>
      <a:accent3>
        <a:srgbClr val="A5A5A5"/>
      </a:accent3>
      <a:accent4>
        <a:srgbClr val="333333"/>
      </a:accent4>
      <a:accent5>
        <a:srgbClr val="5B9BD5"/>
      </a:accent5>
      <a:accent6>
        <a:srgbClr val="E08080"/>
      </a:accent6>
      <a:hlink>
        <a:srgbClr val="0563C1"/>
      </a:hlink>
      <a:folHlink>
        <a:srgbClr val="954F72"/>
      </a:folHlink>
    </a:clrScheme>
    <a:fontScheme name="Aptos">
      <a:majorFont>
        <a:latin typeface="Aptos Display"/>
        <a:ea typeface=""/>
        <a:cs typeface=""/>
      </a:majorFont>
      <a:minorFont>
        <a:latin typeface="Aptos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PTEL_Template" id="{72BF9E85-8B8F-4CE9-AF86-2CBDCD1E42BB}" vid="{A7857C27-2FA7-4FAB-87E8-8FEF05CF6BE9}"/>
    </a:ext>
  </a:extLst>
</a:theme>
</file>

<file path=ppt/theme/theme2.xml><?xml version="1.0" encoding="utf-8"?>
<a:theme xmlns:a="http://schemas.openxmlformats.org/drawingml/2006/main" name="2_Office Theme">
  <a:themeElements>
    <a:clrScheme name="iitd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C21717"/>
      </a:accent1>
      <a:accent2>
        <a:srgbClr val="F1E3E3"/>
      </a:accent2>
      <a:accent3>
        <a:srgbClr val="A5A5A5"/>
      </a:accent3>
      <a:accent4>
        <a:srgbClr val="333333"/>
      </a:accent4>
      <a:accent5>
        <a:srgbClr val="5B9BD5"/>
      </a:accent5>
      <a:accent6>
        <a:srgbClr val="E08080"/>
      </a:accent6>
      <a:hlink>
        <a:srgbClr val="0563C1"/>
      </a:hlink>
      <a:folHlink>
        <a:srgbClr val="954F72"/>
      </a:folHlink>
    </a:clrScheme>
    <a:fontScheme name="Aptos">
      <a:majorFont>
        <a:latin typeface="Aptos Display"/>
        <a:ea typeface=""/>
        <a:cs typeface=""/>
      </a:majorFont>
      <a:minorFont>
        <a:latin typeface="Aptos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PTEL_Template" id="{72BF9E85-8B8F-4CE9-AF86-2CBDCD1E42BB}" vid="{A0DDCCD4-7BEC-4733-93A9-5C3A0126945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4425595-B999-EB4D-AF59-D117FB37B3E2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fda902b4-b786-4685-880c-bd1f44e5a93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NPTEL_Template</Template>
  <TotalTime>2212</TotalTime>
  <Words>2968</Words>
  <Application>Microsoft Office PowerPoint</Application>
  <PresentationFormat>Widescreen</PresentationFormat>
  <Paragraphs>423</Paragraphs>
  <Slides>50</Slides>
  <Notes>32</Notes>
  <HiddenSlides>5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50</vt:i4>
      </vt:variant>
    </vt:vector>
  </HeadingPairs>
  <TitlesOfParts>
    <vt:vector size="58" baseType="lpstr">
      <vt:lpstr>Aptos Display</vt:lpstr>
      <vt:lpstr>Arial</vt:lpstr>
      <vt:lpstr>Calibri</vt:lpstr>
      <vt:lpstr>Cambria Math</vt:lpstr>
      <vt:lpstr>Helvetica</vt:lpstr>
      <vt:lpstr>Wingdings</vt:lpstr>
      <vt:lpstr>1_Office Theme</vt:lpstr>
      <vt:lpstr>2_Office Theme</vt:lpstr>
      <vt:lpstr>PowerPoint Presentation</vt:lpstr>
      <vt:lpstr>From attacks to defenses</vt:lpstr>
      <vt:lpstr>Why heuristics are not enough?</vt:lpstr>
      <vt:lpstr>Why heuristics are not enough?</vt:lpstr>
      <vt:lpstr>Differential Privacy as a Defence</vt:lpstr>
      <vt:lpstr>Differential privacy: Intuition</vt:lpstr>
      <vt:lpstr>Differential privacy: Example</vt:lpstr>
      <vt:lpstr>Differential privacy: Definition</vt:lpstr>
      <vt:lpstr>Differential privacy for LLMs</vt:lpstr>
      <vt:lpstr>DP-SGD</vt:lpstr>
      <vt:lpstr>Privacy problems with SGD</vt:lpstr>
      <vt:lpstr>Incorporating differential privacy in deep learning</vt:lpstr>
      <vt:lpstr>Training with DP-SGD</vt:lpstr>
      <vt:lpstr>How clipping and noise give privacy</vt:lpstr>
      <vt:lpstr>PowerPoint Presentation</vt:lpstr>
      <vt:lpstr>PowerPoint Presentation</vt:lpstr>
      <vt:lpstr>DP-SGD: Results on MNIST</vt:lpstr>
      <vt:lpstr>Computational cost of privacy in DP-SGD</vt:lpstr>
      <vt:lpstr>DP-SGD for LLMs</vt:lpstr>
      <vt:lpstr>Why pre-training with DP is hard</vt:lpstr>
      <vt:lpstr>PowerPoint Presentation</vt:lpstr>
      <vt:lpstr>PowerPoint Presentation</vt:lpstr>
      <vt:lpstr>PowerPoint Presentation</vt:lpstr>
      <vt:lpstr>PowerPoint Presentation</vt:lpstr>
      <vt:lpstr>Why pre-training with DP is hard?</vt:lpstr>
      <vt:lpstr>Why pre-training with DP is hard?</vt:lpstr>
      <vt:lpstr>Why pre-training with DP is hard?</vt:lpstr>
      <vt:lpstr>Why pre-training with DP is hard?</vt:lpstr>
      <vt:lpstr>PowerPoint Presentation</vt:lpstr>
      <vt:lpstr>VaultGemma: How it was pretrained</vt:lpstr>
      <vt:lpstr>VaultGemma: No detectable memorization </vt:lpstr>
      <vt:lpstr>VaultGemma: The utility cost</vt:lpstr>
      <vt:lpstr>Where is DP usually applied?</vt:lpstr>
      <vt:lpstr>A middle ground: DP continual pre-training</vt:lpstr>
      <vt:lpstr>DP fine-tuning: Protect only the downstream data</vt:lpstr>
      <vt:lpstr>Private fine-tuning favours larger models</vt:lpstr>
      <vt:lpstr>Making it practical: Ghost clipping</vt:lpstr>
      <vt:lpstr>Hyperparameters for DP fine-tuning</vt:lpstr>
      <vt:lpstr>DP-based Text Sanitization</vt:lpstr>
      <vt:lpstr>What and why? </vt:lpstr>
      <vt:lpstr>The standard mechanism for token substitution</vt:lpstr>
      <vt:lpstr>CusText: Candidate list</vt:lpstr>
      <vt:lpstr>CusText+: Which words are sensitive?</vt:lpstr>
      <vt:lpstr>CusText+: Results</vt:lpstr>
      <vt:lpstr>CusText: Drawbacks and towards adaptive protection</vt:lpstr>
      <vt:lpstr>DynText: Intution</vt:lpstr>
      <vt:lpstr>DynText: Method</vt:lpstr>
      <vt:lpstr>DynText: Results</vt:lpstr>
      <vt:lpstr>DynText: Results</vt:lpstr>
      <vt:lpstr>Summary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Anwoy Chatterjee</dc:creator>
  <cp:lastModifiedBy>Sumit Kumar</cp:lastModifiedBy>
  <cp:revision>8</cp:revision>
  <dcterms:created xsi:type="dcterms:W3CDTF">2024-07-16T15:20:45Z</dcterms:created>
  <dcterms:modified xsi:type="dcterms:W3CDTF">2026-08-20T09:42:56Z</dcterms:modified>
</cp:coreProperties>
</file>